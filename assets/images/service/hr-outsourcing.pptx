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72" r:id="rId2"/>
    <p:sldId id="262" r:id="rId3"/>
    <p:sldId id="274" r:id="rId4"/>
    <p:sldId id="276" r:id="rId5"/>
    <p:sldId id="278" r:id="rId6"/>
    <p:sldId id="275" r:id="rId7"/>
    <p:sldId id="277"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DE1EA7-7513-4886-BF62-06104012C011}" type="datetimeFigureOut">
              <a:rPr lang="en-IN" smtClean="0"/>
              <a:t>01-04-2020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7EB36-77E6-4501-8294-B41ECDA950F7}" type="slidenum">
              <a:rPr lang="en-IN" smtClean="0"/>
              <a:t>‹#›</a:t>
            </a:fld>
            <a:endParaRPr lang="en-IN"/>
          </a:p>
        </p:txBody>
      </p:sp>
    </p:spTree>
    <p:extLst>
      <p:ext uri="{BB962C8B-B14F-4D97-AF65-F5344CB8AC3E}">
        <p14:creationId xmlns:p14="http://schemas.microsoft.com/office/powerpoint/2010/main" val="3920635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57F040A-64F7-4307-8373-080C7336386F}"/>
              </a:ext>
            </a:extLst>
          </p:cNvPr>
          <p:cNvSpPr txBox="1">
            <a:spLocks noGrp="1"/>
          </p:cNvSpPr>
          <p:nvPr>
            <p:ph type="sldNum" sz="quarter" idx="5"/>
          </p:nvPr>
        </p:nvSpPr>
        <p:spPr>
          <a:ln/>
        </p:spPr>
        <p:txBody>
          <a:bodyPr lIns="0" tIns="0" rIns="0" bIns="0" anchor="b">
            <a:noAutofit/>
          </a:bodyPr>
          <a:lstStyle/>
          <a:p>
            <a:pPr lvl="0"/>
            <a:fld id="{7F41E868-8106-4E9B-9BE0-9D997CC33A94}" type="slidenum">
              <a:t>2</a:t>
            </a:fld>
            <a:endParaRPr lang="zxx-none"/>
          </a:p>
        </p:txBody>
      </p:sp>
      <p:sp>
        <p:nvSpPr>
          <p:cNvPr id="2" name="Slide Image Placeholder 1">
            <a:extLst>
              <a:ext uri="{FF2B5EF4-FFF2-40B4-BE49-F238E27FC236}">
                <a16:creationId xmlns:a16="http://schemas.microsoft.com/office/drawing/2014/main" id="{D967EDE2-7299-492B-B5B7-38330BA54574}"/>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8ECFBD4-6208-4F18-8E01-3020A4CC011F}"/>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2836189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3</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1350664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4</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3111471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5</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1961133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6</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225484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7</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3232441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A9E819-0F40-462E-941F-929A98511B07}"/>
              </a:ext>
            </a:extLst>
          </p:cNvPr>
          <p:cNvSpPr txBox="1">
            <a:spLocks noGrp="1"/>
          </p:cNvSpPr>
          <p:nvPr>
            <p:ph type="sldNum" sz="quarter" idx="5"/>
          </p:nvPr>
        </p:nvSpPr>
        <p:spPr>
          <a:ln/>
        </p:spPr>
        <p:txBody>
          <a:bodyPr lIns="0" tIns="0" rIns="0" bIns="0" anchor="b">
            <a:noAutofit/>
          </a:bodyPr>
          <a:lstStyle/>
          <a:p>
            <a:pPr lvl="0"/>
            <a:fld id="{5198A435-9688-4F38-8521-9D53C77D1258}" type="slidenum">
              <a:t>8</a:t>
            </a:fld>
            <a:endParaRPr lang="zxx-none"/>
          </a:p>
        </p:txBody>
      </p:sp>
      <p:sp>
        <p:nvSpPr>
          <p:cNvPr id="2" name="Slide Image Placeholder 1">
            <a:extLst>
              <a:ext uri="{FF2B5EF4-FFF2-40B4-BE49-F238E27FC236}">
                <a16:creationId xmlns:a16="http://schemas.microsoft.com/office/drawing/2014/main" id="{7BE94AD7-0714-42DB-A83A-737ADE93E08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05495C1-84F1-41D7-928C-E7437D5FDE80}"/>
              </a:ext>
            </a:extLst>
          </p:cNvPr>
          <p:cNvSpPr txBox="1">
            <a:spLocks noGrp="1"/>
          </p:cNvSpPr>
          <p:nvPr>
            <p:ph type="body" sz="quarter" idx="1"/>
          </p:nvPr>
        </p:nvSpPr>
        <p:spPr>
          <a:xfrm>
            <a:off x="756000" y="5078520"/>
            <a:ext cx="6047640" cy="4811400"/>
          </a:xfrm>
        </p:spPr>
        <p:txBody>
          <a:bodyPr>
            <a:spAutoFit/>
          </a:bodyPr>
          <a:lstStyle/>
          <a:p>
            <a:endParaRPr lang="zxx-none"/>
          </a:p>
        </p:txBody>
      </p:sp>
    </p:spTree>
    <p:extLst>
      <p:ext uri="{BB962C8B-B14F-4D97-AF65-F5344CB8AC3E}">
        <p14:creationId xmlns:p14="http://schemas.microsoft.com/office/powerpoint/2010/main" val="833403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7532-17BF-474F-AA87-5086606573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6BEA61-5F22-4CA0-AD86-43635937A8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AB33FB-6B7B-4190-B858-BE662892124A}"/>
              </a:ext>
            </a:extLst>
          </p:cNvPr>
          <p:cNvSpPr>
            <a:spLocks noGrp="1"/>
          </p:cNvSpPr>
          <p:nvPr>
            <p:ph type="dt" sz="half" idx="10"/>
          </p:nvPr>
        </p:nvSpPr>
        <p:spPr/>
        <p:txBody>
          <a:bodyPr/>
          <a:lstStyle/>
          <a:p>
            <a:fld id="{F9081A6A-5600-4D05-BFA4-F0DA240FC251}" type="datetime1">
              <a:rPr lang="en-IN" smtClean="0"/>
              <a:t>01-04-2020</a:t>
            </a:fld>
            <a:endParaRPr lang="en-IN"/>
          </a:p>
        </p:txBody>
      </p:sp>
      <p:sp>
        <p:nvSpPr>
          <p:cNvPr id="5" name="Footer Placeholder 4">
            <a:extLst>
              <a:ext uri="{FF2B5EF4-FFF2-40B4-BE49-F238E27FC236}">
                <a16:creationId xmlns:a16="http://schemas.microsoft.com/office/drawing/2014/main" id="{142610C0-C80B-43BE-8C4F-3263E2A7E0C7}"/>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66AD5C43-84E4-4BAE-A284-A1E3E8D91395}"/>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038187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514D-1DF8-482A-93F5-5EF3E8AEDF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9EA1DD-1404-4F80-B6E2-1AA2CF23747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3737AE-CDF8-40EC-B6C5-1876EDE45958}"/>
              </a:ext>
            </a:extLst>
          </p:cNvPr>
          <p:cNvSpPr>
            <a:spLocks noGrp="1"/>
          </p:cNvSpPr>
          <p:nvPr>
            <p:ph type="dt" sz="half" idx="10"/>
          </p:nvPr>
        </p:nvSpPr>
        <p:spPr/>
        <p:txBody>
          <a:bodyPr/>
          <a:lstStyle/>
          <a:p>
            <a:fld id="{E1364C3E-1205-4897-A192-9C89689D7CB1}" type="datetime1">
              <a:rPr lang="en-IN" smtClean="0"/>
              <a:t>01-04-2020</a:t>
            </a:fld>
            <a:endParaRPr lang="en-IN"/>
          </a:p>
        </p:txBody>
      </p:sp>
      <p:sp>
        <p:nvSpPr>
          <p:cNvPr id="5" name="Footer Placeholder 4">
            <a:extLst>
              <a:ext uri="{FF2B5EF4-FFF2-40B4-BE49-F238E27FC236}">
                <a16:creationId xmlns:a16="http://schemas.microsoft.com/office/drawing/2014/main" id="{FE62B602-DB2F-4C9F-A457-73E43C1A0B6A}"/>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235D52D0-A605-41A7-91D7-042035907E91}"/>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296295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D195-CDD6-496A-8509-7FFD1EB1E4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91DF83-B144-45BA-9D8D-52014C44DD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6F8DAA-D8BC-4752-BEC3-D60352696778}"/>
              </a:ext>
            </a:extLst>
          </p:cNvPr>
          <p:cNvSpPr>
            <a:spLocks noGrp="1"/>
          </p:cNvSpPr>
          <p:nvPr>
            <p:ph type="dt" sz="half" idx="10"/>
          </p:nvPr>
        </p:nvSpPr>
        <p:spPr/>
        <p:txBody>
          <a:bodyPr/>
          <a:lstStyle/>
          <a:p>
            <a:fld id="{D42869A9-05D1-4C9F-9F2F-194F4B491039}" type="datetime1">
              <a:rPr lang="en-IN" smtClean="0"/>
              <a:t>01-04-2020</a:t>
            </a:fld>
            <a:endParaRPr lang="en-IN"/>
          </a:p>
        </p:txBody>
      </p:sp>
      <p:sp>
        <p:nvSpPr>
          <p:cNvPr id="5" name="Footer Placeholder 4">
            <a:extLst>
              <a:ext uri="{FF2B5EF4-FFF2-40B4-BE49-F238E27FC236}">
                <a16:creationId xmlns:a16="http://schemas.microsoft.com/office/drawing/2014/main" id="{4B589202-C3E2-4FBB-BB07-9ABA40311084}"/>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2534B65D-D299-4B52-A904-8F348D702CC0}"/>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98849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0D6E0-426F-4E98-921A-47A393989B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B543E9-CB49-4B49-B3BC-B0A8F6F8A74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5E9AF9-E1C0-4318-BE2B-F82D50A697A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DB838D-BC13-486B-967E-411B95388745}"/>
              </a:ext>
            </a:extLst>
          </p:cNvPr>
          <p:cNvSpPr>
            <a:spLocks noGrp="1"/>
          </p:cNvSpPr>
          <p:nvPr>
            <p:ph type="dt" sz="half" idx="10"/>
          </p:nvPr>
        </p:nvSpPr>
        <p:spPr/>
        <p:txBody>
          <a:bodyPr/>
          <a:lstStyle/>
          <a:p>
            <a:fld id="{132EB708-2EA2-4555-9A2E-A3354A183800}" type="datetime1">
              <a:rPr lang="en-IN" smtClean="0"/>
              <a:t>01-04-2020</a:t>
            </a:fld>
            <a:endParaRPr lang="en-IN"/>
          </a:p>
        </p:txBody>
      </p:sp>
      <p:sp>
        <p:nvSpPr>
          <p:cNvPr id="6" name="Footer Placeholder 5">
            <a:extLst>
              <a:ext uri="{FF2B5EF4-FFF2-40B4-BE49-F238E27FC236}">
                <a16:creationId xmlns:a16="http://schemas.microsoft.com/office/drawing/2014/main" id="{4391F571-D9FA-477B-86ED-F99FF7C525B1}"/>
              </a:ext>
            </a:extLst>
          </p:cNvPr>
          <p:cNvSpPr>
            <a:spLocks noGrp="1"/>
          </p:cNvSpPr>
          <p:nvPr>
            <p:ph type="ftr" sz="quarter" idx="11"/>
          </p:nvPr>
        </p:nvSpPr>
        <p:spPr/>
        <p:txBody>
          <a:bodyPr/>
          <a:lstStyle/>
          <a:p>
            <a:r>
              <a:rPr lang="en-IN"/>
              <a:t>pritave &amp; confidential                                                                                  not for sharing</a:t>
            </a:r>
          </a:p>
        </p:txBody>
      </p:sp>
      <p:sp>
        <p:nvSpPr>
          <p:cNvPr id="7" name="Slide Number Placeholder 6">
            <a:extLst>
              <a:ext uri="{FF2B5EF4-FFF2-40B4-BE49-F238E27FC236}">
                <a16:creationId xmlns:a16="http://schemas.microsoft.com/office/drawing/2014/main" id="{D9B3B910-3B45-4A2B-BB12-7535DF211FF4}"/>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077821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7ED7-84F2-4437-898D-70BC4DB185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6FCDE1-9071-4766-A5FE-8294184B5E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3D1D2C6-C6A2-4CAE-8207-CD8DC96C31F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06F2FC-93B4-4178-9EDB-70E858714B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2A2592B-1C28-4616-B7B2-87F38C20FEA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EBF588-374B-43D9-B9D4-17232CA70AAE}"/>
              </a:ext>
            </a:extLst>
          </p:cNvPr>
          <p:cNvSpPr>
            <a:spLocks noGrp="1"/>
          </p:cNvSpPr>
          <p:nvPr>
            <p:ph type="dt" sz="half" idx="10"/>
          </p:nvPr>
        </p:nvSpPr>
        <p:spPr/>
        <p:txBody>
          <a:bodyPr/>
          <a:lstStyle/>
          <a:p>
            <a:fld id="{6270B74D-5827-40C8-91F4-8D6F9C648A82}" type="datetime1">
              <a:rPr lang="en-IN" smtClean="0"/>
              <a:t>01-04-2020</a:t>
            </a:fld>
            <a:endParaRPr lang="en-IN"/>
          </a:p>
        </p:txBody>
      </p:sp>
      <p:sp>
        <p:nvSpPr>
          <p:cNvPr id="8" name="Footer Placeholder 7">
            <a:extLst>
              <a:ext uri="{FF2B5EF4-FFF2-40B4-BE49-F238E27FC236}">
                <a16:creationId xmlns:a16="http://schemas.microsoft.com/office/drawing/2014/main" id="{69957AAA-F228-4C3C-AE09-117173EA0BA9}"/>
              </a:ext>
            </a:extLst>
          </p:cNvPr>
          <p:cNvSpPr>
            <a:spLocks noGrp="1"/>
          </p:cNvSpPr>
          <p:nvPr>
            <p:ph type="ftr" sz="quarter" idx="11"/>
          </p:nvPr>
        </p:nvSpPr>
        <p:spPr/>
        <p:txBody>
          <a:bodyPr/>
          <a:lstStyle/>
          <a:p>
            <a:r>
              <a:rPr lang="en-IN"/>
              <a:t>pritave &amp; confidential                                                                                  not for sharing</a:t>
            </a:r>
          </a:p>
        </p:txBody>
      </p:sp>
      <p:sp>
        <p:nvSpPr>
          <p:cNvPr id="9" name="Slide Number Placeholder 8">
            <a:extLst>
              <a:ext uri="{FF2B5EF4-FFF2-40B4-BE49-F238E27FC236}">
                <a16:creationId xmlns:a16="http://schemas.microsoft.com/office/drawing/2014/main" id="{7032C068-ED21-4DC8-AB9E-5685A8DDD79B}"/>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01497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0D62-C336-402A-A31F-AED0216C106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401A62-8ADD-4AE9-856F-95FFC6D55AC7}"/>
              </a:ext>
            </a:extLst>
          </p:cNvPr>
          <p:cNvSpPr>
            <a:spLocks noGrp="1"/>
          </p:cNvSpPr>
          <p:nvPr>
            <p:ph type="dt" sz="half" idx="10"/>
          </p:nvPr>
        </p:nvSpPr>
        <p:spPr/>
        <p:txBody>
          <a:bodyPr/>
          <a:lstStyle/>
          <a:p>
            <a:fld id="{2182F9BA-7159-4200-8DBE-242878953473}" type="datetime1">
              <a:rPr lang="en-IN" smtClean="0"/>
              <a:t>01-04-2020</a:t>
            </a:fld>
            <a:endParaRPr lang="en-IN"/>
          </a:p>
        </p:txBody>
      </p:sp>
      <p:sp>
        <p:nvSpPr>
          <p:cNvPr id="4" name="Footer Placeholder 3">
            <a:extLst>
              <a:ext uri="{FF2B5EF4-FFF2-40B4-BE49-F238E27FC236}">
                <a16:creationId xmlns:a16="http://schemas.microsoft.com/office/drawing/2014/main" id="{AFA13358-2955-4CAA-BAE3-9BA5CBB19F11}"/>
              </a:ext>
            </a:extLst>
          </p:cNvPr>
          <p:cNvSpPr>
            <a:spLocks noGrp="1"/>
          </p:cNvSpPr>
          <p:nvPr>
            <p:ph type="ftr" sz="quarter" idx="11"/>
          </p:nvPr>
        </p:nvSpPr>
        <p:spPr/>
        <p:txBody>
          <a:bodyPr/>
          <a:lstStyle/>
          <a:p>
            <a:r>
              <a:rPr lang="en-IN"/>
              <a:t>pritave &amp; confidential                                                                                  not for sharing</a:t>
            </a:r>
          </a:p>
        </p:txBody>
      </p:sp>
      <p:sp>
        <p:nvSpPr>
          <p:cNvPr id="5" name="Slide Number Placeholder 4">
            <a:extLst>
              <a:ext uri="{FF2B5EF4-FFF2-40B4-BE49-F238E27FC236}">
                <a16:creationId xmlns:a16="http://schemas.microsoft.com/office/drawing/2014/main" id="{949E506B-9EC3-4EB0-A135-D1B8138C47FB}"/>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3209123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02DA66-AD5E-49F3-826E-21A802366B5C}"/>
              </a:ext>
            </a:extLst>
          </p:cNvPr>
          <p:cNvSpPr>
            <a:spLocks noGrp="1"/>
          </p:cNvSpPr>
          <p:nvPr>
            <p:ph type="dt" sz="half" idx="10"/>
          </p:nvPr>
        </p:nvSpPr>
        <p:spPr/>
        <p:txBody>
          <a:bodyPr/>
          <a:lstStyle/>
          <a:p>
            <a:fld id="{87B3A67E-B85E-4947-8B05-07811D64BD31}" type="datetime1">
              <a:rPr lang="en-IN" smtClean="0"/>
              <a:t>01-04-2020</a:t>
            </a:fld>
            <a:endParaRPr lang="en-IN"/>
          </a:p>
        </p:txBody>
      </p:sp>
      <p:sp>
        <p:nvSpPr>
          <p:cNvPr id="3" name="Footer Placeholder 2">
            <a:extLst>
              <a:ext uri="{FF2B5EF4-FFF2-40B4-BE49-F238E27FC236}">
                <a16:creationId xmlns:a16="http://schemas.microsoft.com/office/drawing/2014/main" id="{BD119C1B-7A79-45A4-9BAF-6C5AFE8EA19E}"/>
              </a:ext>
            </a:extLst>
          </p:cNvPr>
          <p:cNvSpPr>
            <a:spLocks noGrp="1"/>
          </p:cNvSpPr>
          <p:nvPr>
            <p:ph type="ftr" sz="quarter" idx="11"/>
          </p:nvPr>
        </p:nvSpPr>
        <p:spPr/>
        <p:txBody>
          <a:bodyPr/>
          <a:lstStyle/>
          <a:p>
            <a:r>
              <a:rPr lang="en-IN"/>
              <a:t>pritave &amp; confidential                                                                                  not for sharing</a:t>
            </a:r>
          </a:p>
        </p:txBody>
      </p:sp>
      <p:sp>
        <p:nvSpPr>
          <p:cNvPr id="4" name="Slide Number Placeholder 3">
            <a:extLst>
              <a:ext uri="{FF2B5EF4-FFF2-40B4-BE49-F238E27FC236}">
                <a16:creationId xmlns:a16="http://schemas.microsoft.com/office/drawing/2014/main" id="{16AD11DC-AA91-4DF2-AAE3-F394771F90EA}"/>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2719188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5822-9444-4815-8B45-E0DA6FBE7B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A9B255-E668-4721-B9AD-74BBE0F4D6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1C218A-7945-4AC2-B695-572D368907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0EF0DA-A540-4461-A693-26AA1E1C3F5A}"/>
              </a:ext>
            </a:extLst>
          </p:cNvPr>
          <p:cNvSpPr>
            <a:spLocks noGrp="1"/>
          </p:cNvSpPr>
          <p:nvPr>
            <p:ph type="dt" sz="half" idx="10"/>
          </p:nvPr>
        </p:nvSpPr>
        <p:spPr/>
        <p:txBody>
          <a:bodyPr/>
          <a:lstStyle/>
          <a:p>
            <a:fld id="{9DC1017E-AE81-493E-AA9A-9D753B3269CF}" type="datetime1">
              <a:rPr lang="en-IN" smtClean="0"/>
              <a:t>01-04-2020</a:t>
            </a:fld>
            <a:endParaRPr lang="en-IN"/>
          </a:p>
        </p:txBody>
      </p:sp>
      <p:sp>
        <p:nvSpPr>
          <p:cNvPr id="6" name="Footer Placeholder 5">
            <a:extLst>
              <a:ext uri="{FF2B5EF4-FFF2-40B4-BE49-F238E27FC236}">
                <a16:creationId xmlns:a16="http://schemas.microsoft.com/office/drawing/2014/main" id="{31F4FFFF-249E-460E-BAA3-780C42F521EB}"/>
              </a:ext>
            </a:extLst>
          </p:cNvPr>
          <p:cNvSpPr>
            <a:spLocks noGrp="1"/>
          </p:cNvSpPr>
          <p:nvPr>
            <p:ph type="ftr" sz="quarter" idx="11"/>
          </p:nvPr>
        </p:nvSpPr>
        <p:spPr/>
        <p:txBody>
          <a:bodyPr/>
          <a:lstStyle/>
          <a:p>
            <a:r>
              <a:rPr lang="en-IN"/>
              <a:t>pritave &amp; confidential                                                                                  not for sharing</a:t>
            </a:r>
          </a:p>
        </p:txBody>
      </p:sp>
      <p:sp>
        <p:nvSpPr>
          <p:cNvPr id="7" name="Slide Number Placeholder 6">
            <a:extLst>
              <a:ext uri="{FF2B5EF4-FFF2-40B4-BE49-F238E27FC236}">
                <a16:creationId xmlns:a16="http://schemas.microsoft.com/office/drawing/2014/main" id="{970244D9-3C7F-4F9D-A9F7-5E8EBE5ABA4D}"/>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322387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39CE-5E9D-408F-8D2E-6D7CF69884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3FEDD8-7A70-485D-B2BB-BF3D9A3D39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2E6570-2D3A-4AE9-A14E-FB1D30E0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15D932-D344-4B85-BF2C-710AA72579BD}"/>
              </a:ext>
            </a:extLst>
          </p:cNvPr>
          <p:cNvSpPr>
            <a:spLocks noGrp="1"/>
          </p:cNvSpPr>
          <p:nvPr>
            <p:ph type="dt" sz="half" idx="10"/>
          </p:nvPr>
        </p:nvSpPr>
        <p:spPr/>
        <p:txBody>
          <a:bodyPr/>
          <a:lstStyle/>
          <a:p>
            <a:fld id="{A24F1CDE-6197-4C56-9757-F0AFB8CDB200}" type="datetime1">
              <a:rPr lang="en-IN" smtClean="0"/>
              <a:t>01-04-2020</a:t>
            </a:fld>
            <a:endParaRPr lang="en-IN"/>
          </a:p>
        </p:txBody>
      </p:sp>
      <p:sp>
        <p:nvSpPr>
          <p:cNvPr id="6" name="Footer Placeholder 5">
            <a:extLst>
              <a:ext uri="{FF2B5EF4-FFF2-40B4-BE49-F238E27FC236}">
                <a16:creationId xmlns:a16="http://schemas.microsoft.com/office/drawing/2014/main" id="{C0226D89-0B85-4022-8B12-DBDE85EA3E12}"/>
              </a:ext>
            </a:extLst>
          </p:cNvPr>
          <p:cNvSpPr>
            <a:spLocks noGrp="1"/>
          </p:cNvSpPr>
          <p:nvPr>
            <p:ph type="ftr" sz="quarter" idx="11"/>
          </p:nvPr>
        </p:nvSpPr>
        <p:spPr/>
        <p:txBody>
          <a:bodyPr/>
          <a:lstStyle/>
          <a:p>
            <a:r>
              <a:rPr lang="en-IN"/>
              <a:t>pritave &amp; confidential                                                                                  not for sharing</a:t>
            </a:r>
          </a:p>
        </p:txBody>
      </p:sp>
      <p:sp>
        <p:nvSpPr>
          <p:cNvPr id="7" name="Slide Number Placeholder 6">
            <a:extLst>
              <a:ext uri="{FF2B5EF4-FFF2-40B4-BE49-F238E27FC236}">
                <a16:creationId xmlns:a16="http://schemas.microsoft.com/office/drawing/2014/main" id="{EE63D84D-5B6B-43E4-83C5-527E93AB2285}"/>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761984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541E-EFAD-44E3-AA37-F46393AD2E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A1E13F-347E-41A9-B316-6033BCA3D7C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457D7D-045F-434A-BA17-709BF27B6C38}"/>
              </a:ext>
            </a:extLst>
          </p:cNvPr>
          <p:cNvSpPr>
            <a:spLocks noGrp="1"/>
          </p:cNvSpPr>
          <p:nvPr>
            <p:ph type="dt" sz="half" idx="10"/>
          </p:nvPr>
        </p:nvSpPr>
        <p:spPr/>
        <p:txBody>
          <a:bodyPr/>
          <a:lstStyle/>
          <a:p>
            <a:fld id="{A042BCD3-6FD7-4F59-82BF-429F65006193}" type="datetime1">
              <a:rPr lang="en-IN" smtClean="0"/>
              <a:t>01-04-2020</a:t>
            </a:fld>
            <a:endParaRPr lang="en-IN"/>
          </a:p>
        </p:txBody>
      </p:sp>
      <p:sp>
        <p:nvSpPr>
          <p:cNvPr id="5" name="Footer Placeholder 4">
            <a:extLst>
              <a:ext uri="{FF2B5EF4-FFF2-40B4-BE49-F238E27FC236}">
                <a16:creationId xmlns:a16="http://schemas.microsoft.com/office/drawing/2014/main" id="{D56A65AB-1A9C-45D9-8016-44BFCDBC93B1}"/>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678B3341-44F1-40E3-98D8-6E2316FB5617}"/>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769823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DF2ADE-3433-47E1-808A-5ED58FFB7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0B5FF3-9DD3-4FDB-B657-E05AB9DB606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6424CB-0ABE-4EBF-8272-53AE7941B814}"/>
              </a:ext>
            </a:extLst>
          </p:cNvPr>
          <p:cNvSpPr>
            <a:spLocks noGrp="1"/>
          </p:cNvSpPr>
          <p:nvPr>
            <p:ph type="dt" sz="half" idx="10"/>
          </p:nvPr>
        </p:nvSpPr>
        <p:spPr/>
        <p:txBody>
          <a:bodyPr/>
          <a:lstStyle/>
          <a:p>
            <a:fld id="{420ED535-9233-4C09-B15B-EF1DF048CAD7}" type="datetime1">
              <a:rPr lang="en-IN" smtClean="0"/>
              <a:t>01-04-2020</a:t>
            </a:fld>
            <a:endParaRPr lang="en-IN"/>
          </a:p>
        </p:txBody>
      </p:sp>
      <p:sp>
        <p:nvSpPr>
          <p:cNvPr id="5" name="Footer Placeholder 4">
            <a:extLst>
              <a:ext uri="{FF2B5EF4-FFF2-40B4-BE49-F238E27FC236}">
                <a16:creationId xmlns:a16="http://schemas.microsoft.com/office/drawing/2014/main" id="{173D87B3-1671-49DE-BC78-BB45C321A2AF}"/>
              </a:ext>
            </a:extLst>
          </p:cNvPr>
          <p:cNvSpPr>
            <a:spLocks noGrp="1"/>
          </p:cNvSpPr>
          <p:nvPr>
            <p:ph type="ftr" sz="quarter" idx="11"/>
          </p:nvPr>
        </p:nvSpPr>
        <p:spPr/>
        <p:txBody>
          <a:bodyPr/>
          <a:lstStyle/>
          <a:p>
            <a:r>
              <a:rPr lang="en-IN"/>
              <a:t>pritave &amp; confidential                                                                                  not for sharing</a:t>
            </a:r>
          </a:p>
        </p:txBody>
      </p:sp>
      <p:sp>
        <p:nvSpPr>
          <p:cNvPr id="6" name="Slide Number Placeholder 5">
            <a:extLst>
              <a:ext uri="{FF2B5EF4-FFF2-40B4-BE49-F238E27FC236}">
                <a16:creationId xmlns:a16="http://schemas.microsoft.com/office/drawing/2014/main" id="{94D31DF2-AAE4-4B31-8755-C8E03D937C65}"/>
              </a:ext>
            </a:extLst>
          </p:cNvPr>
          <p:cNvSpPr>
            <a:spLocks noGrp="1"/>
          </p:cNvSpPr>
          <p:nvPr>
            <p:ph type="sldNum" sz="quarter" idx="12"/>
          </p:nvPr>
        </p:nvSpPr>
        <p:spPr/>
        <p:txBody>
          <a:bodyPr/>
          <a:lstStyle/>
          <a:p>
            <a:fld id="{CD84266C-05E2-49B1-8F72-52C076470BCD}" type="slidenum">
              <a:rPr lang="en-IN" smtClean="0"/>
              <a:t>‹#›</a:t>
            </a:fld>
            <a:endParaRPr lang="en-IN"/>
          </a:p>
        </p:txBody>
      </p:sp>
    </p:spTree>
    <p:extLst>
      <p:ext uri="{BB962C8B-B14F-4D97-AF65-F5344CB8AC3E}">
        <p14:creationId xmlns:p14="http://schemas.microsoft.com/office/powerpoint/2010/main" val="1677528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D7E8B7-99A8-4166-9791-F0F841C15B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EBB176-58B9-491A-91CF-951B2DD19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DBD174-8773-4B0F-8FFE-9E4D4E218B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5CFF4D-CB7C-4B4A-986C-08E7598EC906}" type="datetime1">
              <a:rPr lang="en-IN" smtClean="0"/>
              <a:t>01-04-2020</a:t>
            </a:fld>
            <a:endParaRPr lang="en-IN"/>
          </a:p>
        </p:txBody>
      </p:sp>
      <p:sp>
        <p:nvSpPr>
          <p:cNvPr id="5" name="Footer Placeholder 4">
            <a:extLst>
              <a:ext uri="{FF2B5EF4-FFF2-40B4-BE49-F238E27FC236}">
                <a16:creationId xmlns:a16="http://schemas.microsoft.com/office/drawing/2014/main" id="{E579C8BC-E0B6-49E8-B3A6-007497745B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pritave &amp; confidential                                                                                  not for sharing</a:t>
            </a:r>
          </a:p>
        </p:txBody>
      </p:sp>
      <p:sp>
        <p:nvSpPr>
          <p:cNvPr id="6" name="Slide Number Placeholder 5">
            <a:extLst>
              <a:ext uri="{FF2B5EF4-FFF2-40B4-BE49-F238E27FC236}">
                <a16:creationId xmlns:a16="http://schemas.microsoft.com/office/drawing/2014/main" id="{1A92510D-0BFA-413B-995B-CF4C99E38A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84266C-05E2-49B1-8F72-52C076470BCD}" type="slidenum">
              <a:rPr lang="en-IN" smtClean="0"/>
              <a:t>‹#›</a:t>
            </a:fld>
            <a:endParaRPr lang="en-IN"/>
          </a:p>
        </p:txBody>
      </p:sp>
    </p:spTree>
    <p:extLst>
      <p:ext uri="{BB962C8B-B14F-4D97-AF65-F5344CB8AC3E}">
        <p14:creationId xmlns:p14="http://schemas.microsoft.com/office/powerpoint/2010/main" val="2104981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5BBFD-983D-4EAF-832F-5B0BEB544B7E}"/>
              </a:ext>
            </a:extLst>
          </p:cNvPr>
          <p:cNvSpPr>
            <a:spLocks noGrp="1"/>
          </p:cNvSpPr>
          <p:nvPr>
            <p:ph type="title"/>
          </p:nvPr>
        </p:nvSpPr>
        <p:spPr/>
        <p:txBody>
          <a:bodyPr/>
          <a:lstStyle/>
          <a:p>
            <a:r>
              <a:rPr lang="en-IN" dirty="0"/>
              <a:t>`</a:t>
            </a:r>
          </a:p>
        </p:txBody>
      </p:sp>
      <p:pic>
        <p:nvPicPr>
          <p:cNvPr id="3" name="Picture 2">
            <a:extLst>
              <a:ext uri="{FF2B5EF4-FFF2-40B4-BE49-F238E27FC236}">
                <a16:creationId xmlns:a16="http://schemas.microsoft.com/office/drawing/2014/main" id="{BBA53B27-66D1-4DF5-8CEA-B1D7C3487806}"/>
              </a:ext>
            </a:extLst>
          </p:cNvPr>
          <p:cNvPicPr/>
          <p:nvPr/>
        </p:nvPicPr>
        <p:blipFill>
          <a:blip r:embed="rId2"/>
          <a:stretch>
            <a:fillRect/>
          </a:stretch>
        </p:blipFill>
        <p:spPr>
          <a:xfrm>
            <a:off x="0" y="-1744394"/>
            <a:ext cx="12192000" cy="9270609"/>
          </a:xfrm>
          <a:prstGeom prst="rect">
            <a:avLst/>
          </a:prstGeom>
        </p:spPr>
      </p:pic>
    </p:spTree>
    <p:extLst>
      <p:ext uri="{BB962C8B-B14F-4D97-AF65-F5344CB8AC3E}">
        <p14:creationId xmlns:p14="http://schemas.microsoft.com/office/powerpoint/2010/main" val="318451808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664962-F83D-4393-AD08-D3DB6BD72640}"/>
              </a:ext>
            </a:extLst>
          </p:cNvPr>
          <p:cNvPicPr>
            <a:picLocks noChangeAspect="1"/>
          </p:cNvPicPr>
          <p:nvPr/>
        </p:nvPicPr>
        <p:blipFill>
          <a:blip r:embed="rId3">
            <a:lum/>
            <a:alphaModFix/>
          </a:blip>
          <a:srcRect/>
          <a:stretch>
            <a:fillRect/>
          </a:stretch>
        </p:blipFill>
        <p:spPr>
          <a:xfrm>
            <a:off x="0" y="327"/>
            <a:ext cx="12192000" cy="6857968"/>
          </a:xfrm>
          <a:prstGeom prst="rect">
            <a:avLst/>
          </a:prstGeom>
          <a:noFill/>
          <a:ln>
            <a:noFill/>
          </a:ln>
        </p:spPr>
      </p:pic>
      <p:sp>
        <p:nvSpPr>
          <p:cNvPr id="3" name="Title 2">
            <a:extLst>
              <a:ext uri="{FF2B5EF4-FFF2-40B4-BE49-F238E27FC236}">
                <a16:creationId xmlns:a16="http://schemas.microsoft.com/office/drawing/2014/main" id="{169AD282-FD34-480A-92B1-9F7A744A1101}"/>
              </a:ext>
            </a:extLst>
          </p:cNvPr>
          <p:cNvSpPr txBox="1">
            <a:spLocks noGrp="1"/>
          </p:cNvSpPr>
          <p:nvPr>
            <p:ph type="ctrTitle"/>
          </p:nvPr>
        </p:nvSpPr>
        <p:spPr/>
        <p:txBody>
          <a:bodyPr>
            <a:normAutofit/>
          </a:bodyPr>
          <a:lstStyle/>
          <a:p>
            <a:pPr lvl="0" algn="r"/>
            <a:r>
              <a:rPr lang="en-US" sz="8800" b="1" dirty="0">
                <a:solidFill>
                  <a:schemeClr val="bg1"/>
                </a:solidFill>
                <a:latin typeface="+mn-lt"/>
              </a:rPr>
              <a:t>Vital HR</a:t>
            </a:r>
            <a:endParaRPr lang="zxx-none" sz="8800" b="1" dirty="0">
              <a:solidFill>
                <a:schemeClr val="bg1"/>
              </a:solidFill>
              <a:latin typeface="+mn-lt"/>
            </a:endParaRPr>
          </a:p>
        </p:txBody>
      </p:sp>
      <p:sp>
        <p:nvSpPr>
          <p:cNvPr id="4" name="Subtitle 3">
            <a:extLst>
              <a:ext uri="{FF2B5EF4-FFF2-40B4-BE49-F238E27FC236}">
                <a16:creationId xmlns:a16="http://schemas.microsoft.com/office/drawing/2014/main" id="{08256504-A52B-4CD9-B1D1-496DF0A6F12A}"/>
              </a:ext>
            </a:extLst>
          </p:cNvPr>
          <p:cNvSpPr>
            <a:spLocks noGrp="1"/>
          </p:cNvSpPr>
          <p:nvPr>
            <p:ph type="subTitle" idx="1"/>
          </p:nvPr>
        </p:nvSpPr>
        <p:spPr>
          <a:xfrm>
            <a:off x="861387" y="3602038"/>
            <a:ext cx="10018644" cy="1655762"/>
          </a:xfrm>
        </p:spPr>
        <p:txBody>
          <a:bodyPr>
            <a:normAutofit/>
          </a:bodyPr>
          <a:lstStyle/>
          <a:p>
            <a:pPr algn="r"/>
            <a:r>
              <a:rPr lang="en-IN" sz="4000" b="1" dirty="0">
                <a:solidFill>
                  <a:schemeClr val="bg1"/>
                </a:solidFill>
              </a:rPr>
              <a:t>Your </a:t>
            </a:r>
            <a:r>
              <a:rPr lang="en-IN" sz="4000" b="1" dirty="0">
                <a:solidFill>
                  <a:srgbClr val="002060"/>
                </a:solidFill>
              </a:rPr>
              <a:t>‘Human Resources Outsourcing Partner’</a:t>
            </a:r>
            <a:endParaRPr lang="en-IN" sz="4000" b="1" dirty="0"/>
          </a:p>
        </p:txBody>
      </p:sp>
      <p:sp>
        <p:nvSpPr>
          <p:cNvPr id="5" name="Footer Placeholder 4">
            <a:extLst>
              <a:ext uri="{FF2B5EF4-FFF2-40B4-BE49-F238E27FC236}">
                <a16:creationId xmlns:a16="http://schemas.microsoft.com/office/drawing/2014/main" id="{A33257D0-E2B5-4C3C-B327-4D0B74B0C8EF}"/>
              </a:ext>
            </a:extLst>
          </p:cNvPr>
          <p:cNvSpPr>
            <a:spLocks noGrp="1"/>
          </p:cNvSpPr>
          <p:nvPr>
            <p:ph type="ftr" sz="quarter" idx="11"/>
          </p:nvPr>
        </p:nvSpPr>
        <p:spPr>
          <a:xfrm>
            <a:off x="-1" y="6488870"/>
            <a:ext cx="12191999" cy="365125"/>
          </a:xfrm>
        </p:spPr>
        <p:txBody>
          <a:bodyPr/>
          <a:lstStyle/>
          <a:p>
            <a:r>
              <a:rPr lang="en-IN" sz="900" dirty="0"/>
              <a:t>private &amp; confidential         									                                                                         not for sharing</a:t>
            </a:r>
          </a:p>
        </p:txBody>
      </p:sp>
    </p:spTree>
    <p:extLst>
      <p:ext uri="{BB962C8B-B14F-4D97-AF65-F5344CB8AC3E}">
        <p14:creationId xmlns:p14="http://schemas.microsoft.com/office/powerpoint/2010/main" val="963691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12322"/>
            <a:ext cx="12192000" cy="6857968"/>
          </a:xfrm>
          <a:prstGeom prst="rect">
            <a:avLst/>
          </a:prstGeom>
          <a:noFill/>
          <a:ln>
            <a:noFill/>
          </a:ln>
        </p:spPr>
      </p:pic>
      <p:sp>
        <p:nvSpPr>
          <p:cNvPr id="7" name="Title 6">
            <a:extLst>
              <a:ext uri="{FF2B5EF4-FFF2-40B4-BE49-F238E27FC236}">
                <a16:creationId xmlns:a16="http://schemas.microsoft.com/office/drawing/2014/main" id="{54807229-8141-4D50-9968-1DAB47069DB8}"/>
              </a:ext>
            </a:extLst>
          </p:cNvPr>
          <p:cNvSpPr>
            <a:spLocks noGrp="1"/>
          </p:cNvSpPr>
          <p:nvPr>
            <p:ph type="title"/>
          </p:nvPr>
        </p:nvSpPr>
        <p:spPr>
          <a:xfrm>
            <a:off x="758689" y="1385540"/>
            <a:ext cx="10515600" cy="1325563"/>
          </a:xfrm>
        </p:spPr>
        <p:txBody>
          <a:bodyPr>
            <a:normAutofit/>
          </a:bodyPr>
          <a:lstStyle/>
          <a:p>
            <a:r>
              <a:rPr lang="en-IN" b="1" dirty="0">
                <a:solidFill>
                  <a:srgbClr val="002060"/>
                </a:solidFill>
              </a:rPr>
              <a:t>If Outsourcing Human Resources is the right choice for your business…</a:t>
            </a:r>
          </a:p>
        </p:txBody>
      </p:sp>
      <p:sp>
        <p:nvSpPr>
          <p:cNvPr id="6" name="Content Placeholder 5">
            <a:extLst>
              <a:ext uri="{FF2B5EF4-FFF2-40B4-BE49-F238E27FC236}">
                <a16:creationId xmlns:a16="http://schemas.microsoft.com/office/drawing/2014/main" id="{EB80BDAA-95C1-483F-92AF-52CB78703A66}"/>
              </a:ext>
            </a:extLst>
          </p:cNvPr>
          <p:cNvSpPr>
            <a:spLocks noGrp="1"/>
          </p:cNvSpPr>
          <p:nvPr>
            <p:ph idx="1"/>
          </p:nvPr>
        </p:nvSpPr>
        <p:spPr>
          <a:xfrm>
            <a:off x="838200" y="3002647"/>
            <a:ext cx="10515600" cy="3331890"/>
          </a:xfrm>
        </p:spPr>
        <p:txBody>
          <a:bodyPr>
            <a:noAutofit/>
          </a:bodyPr>
          <a:lstStyle/>
          <a:p>
            <a:pPr>
              <a:buFont typeface="Wingdings" panose="05000000000000000000" pitchFamily="2" charset="2"/>
              <a:buChar char="q"/>
            </a:pPr>
            <a:r>
              <a:rPr lang="en-US" sz="2400" dirty="0"/>
              <a:t>We work towards providing business focused, customized HR outsourcing model </a:t>
            </a:r>
          </a:p>
          <a:p>
            <a:pPr>
              <a:buFont typeface="Wingdings" panose="05000000000000000000" pitchFamily="2" charset="2"/>
              <a:buChar char="q"/>
            </a:pPr>
            <a:r>
              <a:rPr lang="en-US" sz="2400" dirty="0"/>
              <a:t>We support crucial functions such as on boarding, inductions, performance appraisals, Employee Exits, Employee Engagement and many more</a:t>
            </a:r>
          </a:p>
          <a:p>
            <a:pPr>
              <a:buFont typeface="Wingdings" panose="05000000000000000000" pitchFamily="2" charset="2"/>
              <a:buChar char="q"/>
            </a:pPr>
            <a:r>
              <a:rPr lang="en-US" sz="2400" dirty="0"/>
              <a:t>You can choose from wide range of core HR functions</a:t>
            </a:r>
          </a:p>
          <a:p>
            <a:pPr>
              <a:buFont typeface="Wingdings" panose="05000000000000000000" pitchFamily="2" charset="2"/>
              <a:buChar char="q"/>
            </a:pPr>
            <a:r>
              <a:rPr lang="en-US" sz="2400" dirty="0"/>
              <a:t>Managed by, dedicated &amp; Expert HR Business partner</a:t>
            </a:r>
          </a:p>
          <a:p>
            <a:pPr>
              <a:buFont typeface="Wingdings" panose="05000000000000000000" pitchFamily="2" charset="2"/>
              <a:buChar char="q"/>
            </a:pPr>
            <a:r>
              <a:rPr lang="en-US" sz="2400" dirty="0"/>
              <a:t>On-site &amp; Remote engagement</a:t>
            </a:r>
          </a:p>
          <a:p>
            <a:pPr>
              <a:buFont typeface="Wingdings" panose="05000000000000000000" pitchFamily="2" charset="2"/>
              <a:buChar char="q"/>
            </a:pPr>
            <a:endParaRPr lang="en-US" sz="2400" dirty="0"/>
          </a:p>
          <a:p>
            <a:pPr>
              <a:buFont typeface="Wingdings" panose="05000000000000000000" pitchFamily="2" charset="2"/>
              <a:buChar char="q"/>
            </a:pPr>
            <a:endParaRPr lang="en-US" sz="2400" dirty="0"/>
          </a:p>
        </p:txBody>
      </p:sp>
      <p:sp>
        <p:nvSpPr>
          <p:cNvPr id="8" name="Footer Placeholder 4">
            <a:extLst>
              <a:ext uri="{FF2B5EF4-FFF2-40B4-BE49-F238E27FC236}">
                <a16:creationId xmlns:a16="http://schemas.microsoft.com/office/drawing/2014/main" id="{F70B6DC2-D005-4AC8-A0D0-975A7F4CEE29}"/>
              </a:ext>
            </a:extLst>
          </p:cNvPr>
          <p:cNvSpPr>
            <a:spLocks noGrp="1"/>
          </p:cNvSpPr>
          <p:nvPr>
            <p:ph type="ftr" sz="quarter" idx="11"/>
          </p:nvPr>
        </p:nvSpPr>
        <p:spPr>
          <a:xfrm>
            <a:off x="-1" y="6488870"/>
            <a:ext cx="12191999" cy="365125"/>
          </a:xfrm>
        </p:spPr>
        <p:txBody>
          <a:bodyPr/>
          <a:lstStyle/>
          <a:p>
            <a:r>
              <a:rPr lang="en-IN" sz="900" dirty="0"/>
              <a:t>private &amp; confidential         									                                                                         not for sharing</a:t>
            </a:r>
          </a:p>
        </p:txBody>
      </p:sp>
    </p:spTree>
    <p:extLst>
      <p:ext uri="{BB962C8B-B14F-4D97-AF65-F5344CB8AC3E}">
        <p14:creationId xmlns:p14="http://schemas.microsoft.com/office/powerpoint/2010/main" val="4252580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12322"/>
            <a:ext cx="12192000" cy="6857968"/>
          </a:xfrm>
          <a:prstGeom prst="rect">
            <a:avLst/>
          </a:prstGeom>
          <a:noFill/>
          <a:ln>
            <a:noFill/>
          </a:ln>
        </p:spPr>
      </p:pic>
      <p:sp>
        <p:nvSpPr>
          <p:cNvPr id="7" name="Title 6">
            <a:extLst>
              <a:ext uri="{FF2B5EF4-FFF2-40B4-BE49-F238E27FC236}">
                <a16:creationId xmlns:a16="http://schemas.microsoft.com/office/drawing/2014/main" id="{54807229-8141-4D50-9968-1DAB47069DB8}"/>
              </a:ext>
            </a:extLst>
          </p:cNvPr>
          <p:cNvSpPr>
            <a:spLocks noGrp="1"/>
          </p:cNvSpPr>
          <p:nvPr>
            <p:ph type="title"/>
          </p:nvPr>
        </p:nvSpPr>
        <p:spPr/>
        <p:txBody>
          <a:bodyPr>
            <a:normAutofit/>
          </a:bodyPr>
          <a:lstStyle/>
          <a:p>
            <a:r>
              <a:rPr lang="en-IN" b="1" dirty="0">
                <a:solidFill>
                  <a:srgbClr val="002060"/>
                </a:solidFill>
              </a:rPr>
              <a:t>On HR Menu</a:t>
            </a:r>
          </a:p>
        </p:txBody>
      </p:sp>
      <p:sp>
        <p:nvSpPr>
          <p:cNvPr id="6" name="Content Placeholder 5">
            <a:extLst>
              <a:ext uri="{FF2B5EF4-FFF2-40B4-BE49-F238E27FC236}">
                <a16:creationId xmlns:a16="http://schemas.microsoft.com/office/drawing/2014/main" id="{EB80BDAA-95C1-483F-92AF-52CB78703A66}"/>
              </a:ext>
            </a:extLst>
          </p:cNvPr>
          <p:cNvSpPr>
            <a:spLocks noGrp="1"/>
          </p:cNvSpPr>
          <p:nvPr>
            <p:ph sz="half" idx="1"/>
          </p:nvPr>
        </p:nvSpPr>
        <p:spPr/>
        <p:txBody>
          <a:bodyPr>
            <a:noAutofit/>
          </a:bodyPr>
          <a:lstStyle/>
          <a:p>
            <a:pPr>
              <a:buFont typeface="Wingdings" panose="05000000000000000000" pitchFamily="2" charset="2"/>
              <a:buChar char="q"/>
            </a:pPr>
            <a:r>
              <a:rPr lang="en-US" sz="2400" dirty="0"/>
              <a:t>Hiring &amp; On boarding support</a:t>
            </a:r>
          </a:p>
          <a:p>
            <a:pPr>
              <a:buFont typeface="Wingdings" panose="05000000000000000000" pitchFamily="2" charset="2"/>
              <a:buChar char="q"/>
            </a:pPr>
            <a:r>
              <a:rPr lang="en-US" sz="2400" dirty="0"/>
              <a:t>Induction Programs</a:t>
            </a:r>
          </a:p>
          <a:p>
            <a:pPr>
              <a:buFont typeface="Wingdings" panose="05000000000000000000" pitchFamily="2" charset="2"/>
              <a:buChar char="q"/>
            </a:pPr>
            <a:r>
              <a:rPr lang="en-US" sz="2400" dirty="0"/>
              <a:t>Excel based payroll management</a:t>
            </a:r>
          </a:p>
          <a:p>
            <a:pPr>
              <a:buFont typeface="Wingdings" panose="05000000000000000000" pitchFamily="2" charset="2"/>
              <a:buChar char="q"/>
            </a:pPr>
            <a:r>
              <a:rPr lang="en-US" sz="2400" dirty="0"/>
              <a:t>Time/Attendance tracking through your devise</a:t>
            </a:r>
          </a:p>
          <a:p>
            <a:pPr>
              <a:buFont typeface="Wingdings" panose="05000000000000000000" pitchFamily="2" charset="2"/>
              <a:buChar char="q"/>
            </a:pPr>
            <a:r>
              <a:rPr lang="en-US" sz="2400" dirty="0"/>
              <a:t>Day to day HR administration</a:t>
            </a:r>
          </a:p>
          <a:p>
            <a:pPr>
              <a:buFont typeface="Wingdings" panose="05000000000000000000" pitchFamily="2" charset="2"/>
              <a:buChar char="q"/>
            </a:pPr>
            <a:r>
              <a:rPr lang="en-US" sz="2400" dirty="0"/>
              <a:t>Employee Help desk</a:t>
            </a:r>
          </a:p>
          <a:p>
            <a:pPr>
              <a:buFont typeface="Wingdings" panose="05000000000000000000" pitchFamily="2" charset="2"/>
              <a:buChar char="q"/>
            </a:pPr>
            <a:r>
              <a:rPr lang="en-US" sz="2400" dirty="0"/>
              <a:t>Assisting Employee KPA setting</a:t>
            </a:r>
          </a:p>
        </p:txBody>
      </p:sp>
      <p:sp>
        <p:nvSpPr>
          <p:cNvPr id="3" name="Content Placeholder 2">
            <a:extLst>
              <a:ext uri="{FF2B5EF4-FFF2-40B4-BE49-F238E27FC236}">
                <a16:creationId xmlns:a16="http://schemas.microsoft.com/office/drawing/2014/main" id="{ED574876-9651-4771-9B6C-91DCC8AA425F}"/>
              </a:ext>
            </a:extLst>
          </p:cNvPr>
          <p:cNvSpPr>
            <a:spLocks noGrp="1"/>
          </p:cNvSpPr>
          <p:nvPr>
            <p:ph sz="half" idx="2"/>
          </p:nvPr>
        </p:nvSpPr>
        <p:spPr/>
        <p:txBody>
          <a:bodyPr>
            <a:normAutofit/>
          </a:bodyPr>
          <a:lstStyle/>
          <a:p>
            <a:pPr>
              <a:buFont typeface="Wingdings" panose="05000000000000000000" pitchFamily="2" charset="2"/>
              <a:buChar char="q"/>
            </a:pPr>
            <a:r>
              <a:rPr lang="en-US" sz="2400" dirty="0"/>
              <a:t>Performance Appraisal’s</a:t>
            </a:r>
          </a:p>
          <a:p>
            <a:pPr>
              <a:buFont typeface="Wingdings" panose="05000000000000000000" pitchFamily="2" charset="2"/>
              <a:buChar char="q"/>
            </a:pPr>
            <a:r>
              <a:rPr lang="en-US" sz="2400" dirty="0"/>
              <a:t>Leave management</a:t>
            </a:r>
          </a:p>
          <a:p>
            <a:pPr>
              <a:buFont typeface="Wingdings" panose="05000000000000000000" pitchFamily="2" charset="2"/>
              <a:buChar char="q"/>
            </a:pPr>
            <a:r>
              <a:rPr lang="en-US" sz="2400" dirty="0"/>
              <a:t>Employee Engagement </a:t>
            </a:r>
          </a:p>
          <a:p>
            <a:pPr>
              <a:buFont typeface="Wingdings" panose="05000000000000000000" pitchFamily="2" charset="2"/>
              <a:buChar char="q"/>
            </a:pPr>
            <a:r>
              <a:rPr lang="en-US" sz="2400" dirty="0"/>
              <a:t>Reward &amp; Recognition</a:t>
            </a:r>
          </a:p>
          <a:p>
            <a:pPr>
              <a:buFont typeface="Wingdings" panose="05000000000000000000" pitchFamily="2" charset="2"/>
              <a:buChar char="q"/>
            </a:pPr>
            <a:r>
              <a:rPr lang="en-US" sz="2400" dirty="0"/>
              <a:t>Employee Relations </a:t>
            </a:r>
          </a:p>
          <a:p>
            <a:pPr>
              <a:buFont typeface="Wingdings" panose="05000000000000000000" pitchFamily="2" charset="2"/>
              <a:buChar char="q"/>
            </a:pPr>
            <a:r>
              <a:rPr lang="en-US" sz="2400" dirty="0"/>
              <a:t>Employee Communication</a:t>
            </a:r>
          </a:p>
          <a:p>
            <a:pPr>
              <a:buFont typeface="Wingdings" panose="05000000000000000000" pitchFamily="2" charset="2"/>
              <a:buChar char="q"/>
            </a:pPr>
            <a:r>
              <a:rPr lang="en-US" sz="2400" dirty="0"/>
              <a:t>Employee Relieving &amp; Exit</a:t>
            </a:r>
          </a:p>
          <a:p>
            <a:pPr>
              <a:buFont typeface="Wingdings" panose="05000000000000000000" pitchFamily="2" charset="2"/>
              <a:buChar char="q"/>
            </a:pPr>
            <a:r>
              <a:rPr lang="en-US" sz="2400" dirty="0"/>
              <a:t>Other HR functions..</a:t>
            </a:r>
          </a:p>
          <a:p>
            <a:pPr>
              <a:buFont typeface="Wingdings" panose="05000000000000000000" pitchFamily="2" charset="2"/>
              <a:buChar char="q"/>
            </a:pPr>
            <a:endParaRPr lang="en-US" sz="2400" dirty="0"/>
          </a:p>
          <a:p>
            <a:pPr>
              <a:buFont typeface="Wingdings" panose="05000000000000000000" pitchFamily="2" charset="2"/>
              <a:buChar char="q"/>
            </a:pPr>
            <a:endParaRPr lang="en-US" sz="2400" dirty="0"/>
          </a:p>
          <a:p>
            <a:endParaRPr lang="en-IN" sz="2400" dirty="0"/>
          </a:p>
        </p:txBody>
      </p:sp>
      <p:sp>
        <p:nvSpPr>
          <p:cNvPr id="8" name="Footer Placeholder 4">
            <a:extLst>
              <a:ext uri="{FF2B5EF4-FFF2-40B4-BE49-F238E27FC236}">
                <a16:creationId xmlns:a16="http://schemas.microsoft.com/office/drawing/2014/main" id="{1F9112BE-AE4E-497B-AD83-2DA722B8A0E8}"/>
              </a:ext>
            </a:extLst>
          </p:cNvPr>
          <p:cNvSpPr txBox="1">
            <a:spLocks/>
          </p:cNvSpPr>
          <p:nvPr/>
        </p:nvSpPr>
        <p:spPr>
          <a:xfrm>
            <a:off x="-1" y="6488870"/>
            <a:ext cx="12191999"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00"/>
              <a:t>private &amp; confidential         									                                                                         not for sharing</a:t>
            </a:r>
            <a:endParaRPr lang="en-IN" sz="900" dirty="0"/>
          </a:p>
        </p:txBody>
      </p:sp>
    </p:spTree>
    <p:extLst>
      <p:ext uri="{BB962C8B-B14F-4D97-AF65-F5344CB8AC3E}">
        <p14:creationId xmlns:p14="http://schemas.microsoft.com/office/powerpoint/2010/main" val="2741462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27434"/>
            <a:ext cx="12192000" cy="6857968"/>
          </a:xfrm>
          <a:prstGeom prst="rect">
            <a:avLst/>
          </a:prstGeom>
          <a:noFill/>
          <a:ln>
            <a:noFill/>
          </a:ln>
        </p:spPr>
      </p:pic>
      <p:sp>
        <p:nvSpPr>
          <p:cNvPr id="7" name="Title 6">
            <a:extLst>
              <a:ext uri="{FF2B5EF4-FFF2-40B4-BE49-F238E27FC236}">
                <a16:creationId xmlns:a16="http://schemas.microsoft.com/office/drawing/2014/main" id="{54807229-8141-4D50-9968-1DAB47069DB8}"/>
              </a:ext>
            </a:extLst>
          </p:cNvPr>
          <p:cNvSpPr>
            <a:spLocks noGrp="1"/>
          </p:cNvSpPr>
          <p:nvPr>
            <p:ph type="title"/>
          </p:nvPr>
        </p:nvSpPr>
        <p:spPr>
          <a:xfrm>
            <a:off x="652670" y="828954"/>
            <a:ext cx="10515600" cy="1325563"/>
          </a:xfrm>
        </p:spPr>
        <p:txBody>
          <a:bodyPr>
            <a:normAutofit/>
          </a:bodyPr>
          <a:lstStyle/>
          <a:p>
            <a:r>
              <a:rPr lang="en-IN" b="1" dirty="0">
                <a:solidFill>
                  <a:srgbClr val="002060"/>
                </a:solidFill>
              </a:rPr>
              <a:t>Key Benefits</a:t>
            </a:r>
          </a:p>
        </p:txBody>
      </p:sp>
      <p:sp>
        <p:nvSpPr>
          <p:cNvPr id="6" name="Content Placeholder 5">
            <a:extLst>
              <a:ext uri="{FF2B5EF4-FFF2-40B4-BE49-F238E27FC236}">
                <a16:creationId xmlns:a16="http://schemas.microsoft.com/office/drawing/2014/main" id="{EB80BDAA-95C1-483F-92AF-52CB78703A66}"/>
              </a:ext>
            </a:extLst>
          </p:cNvPr>
          <p:cNvSpPr>
            <a:spLocks noGrp="1"/>
          </p:cNvSpPr>
          <p:nvPr>
            <p:ph idx="1"/>
          </p:nvPr>
        </p:nvSpPr>
        <p:spPr>
          <a:xfrm>
            <a:off x="838200" y="2040835"/>
            <a:ext cx="10515600" cy="3909390"/>
          </a:xfrm>
        </p:spPr>
        <p:txBody>
          <a:bodyPr>
            <a:noAutofit/>
          </a:bodyPr>
          <a:lstStyle/>
          <a:p>
            <a:pPr lvl="0"/>
            <a:r>
              <a:rPr lang="en-IN" sz="2400" dirty="0"/>
              <a:t>Our Experience in managing small and large teams on site and offshore, for remote and work from home teams</a:t>
            </a:r>
          </a:p>
          <a:p>
            <a:pPr lvl="0"/>
            <a:r>
              <a:rPr lang="en-IN" sz="2400" dirty="0"/>
              <a:t>High-quality HR support with joint efforts of dedicated HR Generalist and a Lead without the cost of hiring an entire HR team</a:t>
            </a:r>
          </a:p>
          <a:p>
            <a:pPr lvl="0"/>
            <a:r>
              <a:rPr lang="en-IN" sz="2400" dirty="0"/>
              <a:t>All HR Policies and Processes are customized to support your business goals</a:t>
            </a:r>
          </a:p>
          <a:p>
            <a:pPr lvl="0"/>
            <a:r>
              <a:rPr lang="en-IN" sz="2400" dirty="0"/>
              <a:t>Time back to focus on your core strengths and running the business</a:t>
            </a:r>
          </a:p>
          <a:p>
            <a:pPr lvl="0"/>
            <a:r>
              <a:rPr lang="en-IN" sz="2400" dirty="0"/>
              <a:t>Improved sleep knowing you no longer need to worry about HR compliance and support for your growing team</a:t>
            </a:r>
          </a:p>
          <a:p>
            <a:pPr lvl="0"/>
            <a:r>
              <a:rPr lang="en-IN" sz="2400" dirty="0"/>
              <a:t>Increased focus on nurturing right organizational culture, attracting right talent</a:t>
            </a:r>
          </a:p>
        </p:txBody>
      </p:sp>
      <p:sp>
        <p:nvSpPr>
          <p:cNvPr id="8" name="Footer Placeholder 4">
            <a:extLst>
              <a:ext uri="{FF2B5EF4-FFF2-40B4-BE49-F238E27FC236}">
                <a16:creationId xmlns:a16="http://schemas.microsoft.com/office/drawing/2014/main" id="{0A8F6C27-764F-4CA2-BE4B-01704C7E3EBF}"/>
              </a:ext>
            </a:extLst>
          </p:cNvPr>
          <p:cNvSpPr>
            <a:spLocks noGrp="1"/>
          </p:cNvSpPr>
          <p:nvPr>
            <p:ph type="ftr" sz="quarter" idx="11"/>
          </p:nvPr>
        </p:nvSpPr>
        <p:spPr>
          <a:xfrm>
            <a:off x="-1" y="6541878"/>
            <a:ext cx="12191999" cy="365125"/>
          </a:xfrm>
        </p:spPr>
        <p:txBody>
          <a:bodyPr/>
          <a:lstStyle/>
          <a:p>
            <a:r>
              <a:rPr lang="en-IN" sz="900" dirty="0"/>
              <a:t>private &amp; confidential         									                                                                         not for sharing</a:t>
            </a:r>
          </a:p>
        </p:txBody>
      </p:sp>
    </p:spTree>
    <p:extLst>
      <p:ext uri="{BB962C8B-B14F-4D97-AF65-F5344CB8AC3E}">
        <p14:creationId xmlns:p14="http://schemas.microsoft.com/office/powerpoint/2010/main" val="1063698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27434"/>
            <a:ext cx="12192000" cy="6857968"/>
          </a:xfrm>
          <a:prstGeom prst="rect">
            <a:avLst/>
          </a:prstGeom>
          <a:noFill/>
          <a:ln>
            <a:noFill/>
          </a:ln>
        </p:spPr>
      </p:pic>
      <p:sp>
        <p:nvSpPr>
          <p:cNvPr id="7" name="Title 6">
            <a:extLst>
              <a:ext uri="{FF2B5EF4-FFF2-40B4-BE49-F238E27FC236}">
                <a16:creationId xmlns:a16="http://schemas.microsoft.com/office/drawing/2014/main" id="{54807229-8141-4D50-9968-1DAB47069DB8}"/>
              </a:ext>
            </a:extLst>
          </p:cNvPr>
          <p:cNvSpPr>
            <a:spLocks noGrp="1"/>
          </p:cNvSpPr>
          <p:nvPr>
            <p:ph type="title"/>
          </p:nvPr>
        </p:nvSpPr>
        <p:spPr>
          <a:xfrm>
            <a:off x="652670" y="828954"/>
            <a:ext cx="10515600" cy="1325563"/>
          </a:xfrm>
        </p:spPr>
        <p:txBody>
          <a:bodyPr>
            <a:normAutofit/>
          </a:bodyPr>
          <a:lstStyle/>
          <a:p>
            <a:r>
              <a:rPr lang="en-IN" b="1" dirty="0">
                <a:solidFill>
                  <a:srgbClr val="002060"/>
                </a:solidFill>
              </a:rPr>
              <a:t>Key Benefits…</a:t>
            </a:r>
          </a:p>
        </p:txBody>
      </p:sp>
      <p:sp>
        <p:nvSpPr>
          <p:cNvPr id="6" name="Content Placeholder 5">
            <a:extLst>
              <a:ext uri="{FF2B5EF4-FFF2-40B4-BE49-F238E27FC236}">
                <a16:creationId xmlns:a16="http://schemas.microsoft.com/office/drawing/2014/main" id="{EB80BDAA-95C1-483F-92AF-52CB78703A66}"/>
              </a:ext>
            </a:extLst>
          </p:cNvPr>
          <p:cNvSpPr>
            <a:spLocks noGrp="1"/>
          </p:cNvSpPr>
          <p:nvPr>
            <p:ph idx="1"/>
          </p:nvPr>
        </p:nvSpPr>
        <p:spPr>
          <a:xfrm>
            <a:off x="838200" y="2040835"/>
            <a:ext cx="10515600" cy="3909390"/>
          </a:xfrm>
        </p:spPr>
        <p:txBody>
          <a:bodyPr>
            <a:noAutofit/>
          </a:bodyPr>
          <a:lstStyle/>
          <a:p>
            <a:pPr lvl="0"/>
            <a:r>
              <a:rPr lang="en-IN" sz="2400" dirty="0"/>
              <a:t>Complete employee engagement ensuing good employee retention and healthy employee attrition rate</a:t>
            </a:r>
          </a:p>
          <a:p>
            <a:pPr lvl="0"/>
            <a:r>
              <a:rPr lang="en-IN" sz="2400" dirty="0"/>
              <a:t>Access to best HR practices supported with HR analytics in the local market and specific to industry, hence ensuring up to mark HR support</a:t>
            </a:r>
          </a:p>
          <a:p>
            <a:pPr lvl="0"/>
            <a:r>
              <a:rPr lang="en-IN" sz="2400" dirty="0"/>
              <a:t>Reliable, trustworthy, flexible, and efficient HR consultants (W2 Helios HR employees) with expertise specific to your industry</a:t>
            </a:r>
          </a:p>
          <a:p>
            <a:pPr lvl="0"/>
            <a:r>
              <a:rPr lang="en-IN" sz="2400" dirty="0"/>
              <a:t>Flexible contracts with discounted annual renewal options  </a:t>
            </a:r>
          </a:p>
        </p:txBody>
      </p:sp>
      <p:sp>
        <p:nvSpPr>
          <p:cNvPr id="8" name="Footer Placeholder 4">
            <a:extLst>
              <a:ext uri="{FF2B5EF4-FFF2-40B4-BE49-F238E27FC236}">
                <a16:creationId xmlns:a16="http://schemas.microsoft.com/office/drawing/2014/main" id="{0A8F6C27-764F-4CA2-BE4B-01704C7E3EBF}"/>
              </a:ext>
            </a:extLst>
          </p:cNvPr>
          <p:cNvSpPr>
            <a:spLocks noGrp="1"/>
          </p:cNvSpPr>
          <p:nvPr>
            <p:ph type="ftr" sz="quarter" idx="11"/>
          </p:nvPr>
        </p:nvSpPr>
        <p:spPr>
          <a:xfrm>
            <a:off x="-1" y="6541878"/>
            <a:ext cx="12191999" cy="365125"/>
          </a:xfrm>
        </p:spPr>
        <p:txBody>
          <a:bodyPr/>
          <a:lstStyle/>
          <a:p>
            <a:r>
              <a:rPr lang="en-IN" sz="900" dirty="0"/>
              <a:t>private &amp; confidential         									                                                                         not for sharing</a:t>
            </a:r>
          </a:p>
        </p:txBody>
      </p:sp>
    </p:spTree>
    <p:extLst>
      <p:ext uri="{BB962C8B-B14F-4D97-AF65-F5344CB8AC3E}">
        <p14:creationId xmlns:p14="http://schemas.microsoft.com/office/powerpoint/2010/main" val="1561387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a:blip r:embed="rId3">
            <a:lum/>
            <a:alphaModFix/>
          </a:blip>
          <a:srcRect/>
          <a:stretch>
            <a:fillRect/>
          </a:stretch>
        </p:blipFill>
        <p:spPr>
          <a:xfrm>
            <a:off x="0" y="27434"/>
            <a:ext cx="12192000" cy="6857968"/>
          </a:xfrm>
          <a:prstGeom prst="rect">
            <a:avLst/>
          </a:prstGeom>
          <a:noFill/>
          <a:ln>
            <a:noFill/>
          </a:ln>
        </p:spPr>
      </p:pic>
      <p:sp>
        <p:nvSpPr>
          <p:cNvPr id="7" name="Title 6">
            <a:extLst>
              <a:ext uri="{FF2B5EF4-FFF2-40B4-BE49-F238E27FC236}">
                <a16:creationId xmlns:a16="http://schemas.microsoft.com/office/drawing/2014/main" id="{54807229-8141-4D50-9968-1DAB47069DB8}"/>
              </a:ext>
            </a:extLst>
          </p:cNvPr>
          <p:cNvSpPr>
            <a:spLocks noGrp="1"/>
          </p:cNvSpPr>
          <p:nvPr>
            <p:ph type="title"/>
          </p:nvPr>
        </p:nvSpPr>
        <p:spPr>
          <a:xfrm>
            <a:off x="652670" y="1266273"/>
            <a:ext cx="10515600" cy="1325563"/>
          </a:xfrm>
        </p:spPr>
        <p:txBody>
          <a:bodyPr>
            <a:normAutofit/>
          </a:bodyPr>
          <a:lstStyle/>
          <a:p>
            <a:r>
              <a:rPr lang="en-IN" b="1" dirty="0">
                <a:solidFill>
                  <a:srgbClr val="002060"/>
                </a:solidFill>
              </a:rPr>
              <a:t>How much does it cost to outsource Human Resources?</a:t>
            </a:r>
          </a:p>
        </p:txBody>
      </p:sp>
      <p:sp>
        <p:nvSpPr>
          <p:cNvPr id="6" name="Content Placeholder 5">
            <a:extLst>
              <a:ext uri="{FF2B5EF4-FFF2-40B4-BE49-F238E27FC236}">
                <a16:creationId xmlns:a16="http://schemas.microsoft.com/office/drawing/2014/main" id="{EB80BDAA-95C1-483F-92AF-52CB78703A66}"/>
              </a:ext>
            </a:extLst>
          </p:cNvPr>
          <p:cNvSpPr>
            <a:spLocks noGrp="1"/>
          </p:cNvSpPr>
          <p:nvPr>
            <p:ph idx="1"/>
          </p:nvPr>
        </p:nvSpPr>
        <p:spPr>
          <a:xfrm>
            <a:off x="665923" y="2941979"/>
            <a:ext cx="10515600" cy="3193773"/>
          </a:xfrm>
        </p:spPr>
        <p:txBody>
          <a:bodyPr>
            <a:normAutofit fontScale="92500"/>
          </a:bodyPr>
          <a:lstStyle/>
          <a:p>
            <a:pPr marL="0" indent="0" algn="ctr">
              <a:buNone/>
            </a:pPr>
            <a:r>
              <a:rPr lang="en-IN" sz="2400" dirty="0"/>
              <a:t>We can certainly answer that question– after you answer few questions</a:t>
            </a:r>
          </a:p>
          <a:p>
            <a:pPr marL="0" indent="0" algn="ctr">
              <a:buNone/>
            </a:pPr>
            <a:endParaRPr lang="en-IN" sz="2400" dirty="0"/>
          </a:p>
          <a:p>
            <a:pPr marL="0" indent="0" algn="ctr">
              <a:buNone/>
            </a:pPr>
            <a:r>
              <a:rPr lang="en-IN" sz="2400" dirty="0"/>
              <a:t>because as you might imagine, the answer is,</a:t>
            </a:r>
          </a:p>
          <a:p>
            <a:pPr marL="0" indent="0" algn="ctr">
              <a:buNone/>
            </a:pPr>
            <a:endParaRPr lang="en-IN" sz="2400" dirty="0"/>
          </a:p>
          <a:p>
            <a:pPr marL="0" indent="0" algn="ctr">
              <a:buNone/>
            </a:pPr>
            <a:r>
              <a:rPr lang="en-IN" sz="2400" dirty="0"/>
              <a:t> </a:t>
            </a:r>
            <a:r>
              <a:rPr lang="en-IN" sz="2400" b="1" dirty="0"/>
              <a:t>“it depends.” </a:t>
            </a:r>
            <a:r>
              <a:rPr lang="en-IN" sz="2400" b="1" dirty="0">
                <a:sym typeface="Wingdings" panose="05000000000000000000" pitchFamily="2" charset="2"/>
              </a:rPr>
              <a:t></a:t>
            </a:r>
            <a:endParaRPr lang="en-IN" sz="2400" b="1" dirty="0"/>
          </a:p>
          <a:p>
            <a:pPr marL="0" indent="0" algn="ctr">
              <a:buNone/>
            </a:pPr>
            <a:endParaRPr lang="en-US" sz="2400" dirty="0"/>
          </a:p>
          <a:p>
            <a:pPr marL="0" indent="0" algn="ctr">
              <a:buNone/>
            </a:pPr>
            <a:r>
              <a:rPr lang="en-IN" sz="2400" dirty="0">
                <a:solidFill>
                  <a:srgbClr val="0070C0"/>
                </a:solidFill>
              </a:rPr>
              <a:t>kindly fill in the Questionnaire Template attached along with your email or ask for one</a:t>
            </a:r>
          </a:p>
          <a:p>
            <a:pPr marL="0" indent="0" algn="ctr">
              <a:buNone/>
            </a:pPr>
            <a:endParaRPr lang="en-US" sz="2400" dirty="0"/>
          </a:p>
        </p:txBody>
      </p:sp>
      <p:sp>
        <p:nvSpPr>
          <p:cNvPr id="8" name="Footer Placeholder 4">
            <a:extLst>
              <a:ext uri="{FF2B5EF4-FFF2-40B4-BE49-F238E27FC236}">
                <a16:creationId xmlns:a16="http://schemas.microsoft.com/office/drawing/2014/main" id="{0A8F6C27-764F-4CA2-BE4B-01704C7E3EBF}"/>
              </a:ext>
            </a:extLst>
          </p:cNvPr>
          <p:cNvSpPr>
            <a:spLocks noGrp="1"/>
          </p:cNvSpPr>
          <p:nvPr>
            <p:ph type="ftr" sz="quarter" idx="11"/>
          </p:nvPr>
        </p:nvSpPr>
        <p:spPr>
          <a:xfrm>
            <a:off x="-1" y="6515374"/>
            <a:ext cx="12191999" cy="365125"/>
          </a:xfrm>
        </p:spPr>
        <p:txBody>
          <a:bodyPr/>
          <a:lstStyle/>
          <a:p>
            <a:r>
              <a:rPr lang="en-IN" sz="900" dirty="0"/>
              <a:t>private &amp; confidential         									                                                                         not for sharing</a:t>
            </a:r>
          </a:p>
        </p:txBody>
      </p:sp>
    </p:spTree>
    <p:extLst>
      <p:ext uri="{BB962C8B-B14F-4D97-AF65-F5344CB8AC3E}">
        <p14:creationId xmlns:p14="http://schemas.microsoft.com/office/powerpoint/2010/main" val="3134532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F257A011-4A7E-4326-96D6-C994C3613E0D}"/>
              </a:ext>
            </a:extLst>
          </p:cNvPr>
          <p:cNvSpPr>
            <a:spLocks noGrp="1"/>
          </p:cNvSpPr>
          <p:nvPr>
            <p:ph type="ctrTitle"/>
          </p:nvPr>
        </p:nvSpPr>
        <p:spPr>
          <a:xfrm>
            <a:off x="527538" y="4756638"/>
            <a:ext cx="11139854" cy="930447"/>
          </a:xfrm>
        </p:spPr>
        <p:txBody>
          <a:bodyPr vert="horz" lIns="91440" tIns="45720" rIns="91440" bIns="45720" rtlCol="0">
            <a:normAutofit/>
          </a:bodyPr>
          <a:lstStyle/>
          <a:p>
            <a:pPr>
              <a:spcAft>
                <a:spcPts val="0"/>
              </a:spcAft>
            </a:pPr>
            <a:br>
              <a:rPr lang="en-US" sz="1400" dirty="0">
                <a:solidFill>
                  <a:srgbClr val="FFFFFF"/>
                </a:solidFill>
                <a:latin typeface="Calibri Bold" panose="020F0702030404030204" pitchFamily="34" charset="0"/>
                <a:ea typeface="Times New Roman" panose="02020603050405020304" pitchFamily="18" charset="0"/>
                <a:cs typeface="Calibri Bold" panose="020F0702030404030204" pitchFamily="34" charset="0"/>
              </a:rPr>
            </a:br>
            <a:br>
              <a:rPr lang="en-IN" sz="1400"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br>
            <a:endParaRPr lang="en-US" sz="1400" dirty="0">
              <a:solidFill>
                <a:srgbClr val="FFFFFF"/>
              </a:solidFill>
            </a:endParaRPr>
          </a:p>
        </p:txBody>
      </p:sp>
      <p:sp>
        <p:nvSpPr>
          <p:cNvPr id="12" name="Subtitle 11">
            <a:extLst>
              <a:ext uri="{FF2B5EF4-FFF2-40B4-BE49-F238E27FC236}">
                <a16:creationId xmlns:a16="http://schemas.microsoft.com/office/drawing/2014/main" id="{C634ECC5-6157-4D19-8B5E-E8659534C845}"/>
              </a:ext>
            </a:extLst>
          </p:cNvPr>
          <p:cNvSpPr>
            <a:spLocks noGrp="1"/>
          </p:cNvSpPr>
          <p:nvPr>
            <p:ph type="subTitle" idx="1"/>
          </p:nvPr>
        </p:nvSpPr>
        <p:spPr>
          <a:xfrm>
            <a:off x="375139" y="5815698"/>
            <a:ext cx="11431153" cy="420001"/>
          </a:xfrm>
        </p:spPr>
        <p:txBody>
          <a:bodyPr>
            <a:normAutofit fontScale="25000" lnSpcReduction="20000"/>
          </a:bodyPr>
          <a:lstStyle/>
          <a:p>
            <a:pPr algn="just">
              <a:lnSpc>
                <a:spcPct val="115000"/>
              </a:lnSpc>
              <a:spcAft>
                <a:spcPts val="0"/>
              </a:spcAft>
            </a:pPr>
            <a:r>
              <a:rPr lang="en-US" sz="4800" dirty="0">
                <a:solidFill>
                  <a:schemeClr val="bg1"/>
                </a:solidFill>
              </a:rPr>
              <a:t>Conﬁdential &amp; Proprietary</a:t>
            </a:r>
            <a:endParaRPr lang="en-IN" sz="4800" dirty="0">
              <a:solidFill>
                <a:schemeClr val="bg1"/>
              </a:solidFill>
            </a:endParaRPr>
          </a:p>
          <a:p>
            <a:pPr algn="just">
              <a:lnSpc>
                <a:spcPct val="115000"/>
              </a:lnSpc>
              <a:spcAft>
                <a:spcPts val="0"/>
              </a:spcAft>
            </a:pPr>
            <a:r>
              <a:rPr lang="en-US" sz="4800" dirty="0">
                <a:solidFill>
                  <a:schemeClr val="bg1"/>
                </a:solidFill>
              </a:rPr>
              <a:t>This proposal contains confidential &amp; proprietary information designed by Ms. Neelam Bachal and belongs to HuMandala Consultancy Services, which is provided to the recipients for the sole purpose.  The recipient agrees not to refurbish, reuse the document and maintains the confidentiality and privacy of the information enclosed in the document.  </a:t>
            </a:r>
            <a:endParaRPr lang="en-IN" sz="48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endParaRPr>
          </a:p>
          <a:p>
            <a:endParaRPr lang="en-IN" sz="2000" dirty="0">
              <a:solidFill>
                <a:srgbClr val="44D9E7"/>
              </a:solidFill>
            </a:endParaRPr>
          </a:p>
        </p:txBody>
      </p:sp>
      <p:pic>
        <p:nvPicPr>
          <p:cNvPr id="2" name="Picture 1">
            <a:extLst>
              <a:ext uri="{FF2B5EF4-FFF2-40B4-BE49-F238E27FC236}">
                <a16:creationId xmlns:a16="http://schemas.microsoft.com/office/drawing/2014/main" id="{F4A6E859-8F79-4E83-B1CC-49CE3D6483FC}"/>
              </a:ext>
            </a:extLst>
          </p:cNvPr>
          <p:cNvPicPr>
            <a:picLocks noChangeAspect="1"/>
          </p:cNvPicPr>
          <p:nvPr/>
        </p:nvPicPr>
        <p:blipFill rotWithShape="1">
          <a:blip r:embed="rId3"/>
          <a:srcRect l="29005" r="1" b="1"/>
          <a:stretch/>
        </p:blipFill>
        <p:spPr>
          <a:xfrm>
            <a:off x="375139" y="108948"/>
            <a:ext cx="5335142" cy="3997637"/>
          </a:xfrm>
          <a:prstGeom prst="rect">
            <a:avLst/>
          </a:prstGeom>
          <a:noFill/>
        </p:spPr>
      </p:pic>
      <p:pic>
        <p:nvPicPr>
          <p:cNvPr id="10" name="Content Placeholder 4">
            <a:extLst>
              <a:ext uri="{FF2B5EF4-FFF2-40B4-BE49-F238E27FC236}">
                <a16:creationId xmlns:a16="http://schemas.microsoft.com/office/drawing/2014/main" id="{A1A7FD39-0EFE-4E04-A27A-285E851CBCD1}"/>
              </a:ext>
            </a:extLst>
          </p:cNvPr>
          <p:cNvPicPr>
            <a:picLocks noChangeAspect="1"/>
          </p:cNvPicPr>
          <p:nvPr/>
        </p:nvPicPr>
        <p:blipFill rotWithShape="1">
          <a:blip r:embed="rId4">
            <a:extLst>
              <a:ext uri="{28A0092B-C50C-407E-A947-70E740481C1C}">
                <a14:useLocalDpi xmlns:a14="http://schemas.microsoft.com/office/drawing/2010/main" val="0"/>
              </a:ext>
            </a:extLst>
          </a:blip>
          <a:srcRect l="5898" r="533" b="-1"/>
          <a:stretch/>
        </p:blipFill>
        <p:spPr>
          <a:xfrm>
            <a:off x="6481711" y="307731"/>
            <a:ext cx="5324581" cy="3997637"/>
          </a:xfrm>
          <a:prstGeom prst="rect">
            <a:avLst/>
          </a:prstGeom>
        </p:spPr>
      </p:pic>
      <p:cxnSp>
        <p:nvCxnSpPr>
          <p:cNvPr id="21" name="Straight Connector 2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4A9AE3C-6F2C-446F-9ECA-82481AA30EA3}"/>
              </a:ext>
            </a:extLst>
          </p:cNvPr>
          <p:cNvSpPr/>
          <p:nvPr/>
        </p:nvSpPr>
        <p:spPr>
          <a:xfrm>
            <a:off x="2982942" y="4792569"/>
            <a:ext cx="6096000" cy="830997"/>
          </a:xfrm>
          <a:prstGeom prst="rect">
            <a:avLst/>
          </a:prstGeom>
        </p:spPr>
        <p:txBody>
          <a:bodyPr anchor="b">
            <a:spAutoFit/>
          </a:bodyPr>
          <a:lstStyle/>
          <a:p>
            <a:pPr algn="ctr"/>
            <a:r>
              <a:rPr lang="it-IT" sz="1200" dirty="0">
                <a:solidFill>
                  <a:schemeClr val="bg1"/>
                </a:solidFill>
              </a:rPr>
              <a:t>PAN INDIA</a:t>
            </a:r>
            <a:br>
              <a:rPr lang="it-IT" sz="1200" dirty="0">
                <a:solidFill>
                  <a:schemeClr val="bg1"/>
                </a:solidFill>
              </a:rPr>
            </a:br>
            <a:r>
              <a:rPr lang="it-IT" sz="1200" dirty="0">
                <a:solidFill>
                  <a:schemeClr val="bg1"/>
                </a:solidFill>
              </a:rPr>
              <a:t>E: neelambachal@humandala.in I M: + 91 9765989530 I W: www.humandala.in</a:t>
            </a:r>
            <a:br>
              <a:rPr lang="it-IT" sz="1200" dirty="0">
                <a:solidFill>
                  <a:schemeClr val="bg1"/>
                </a:solidFill>
              </a:rPr>
            </a:br>
            <a:br>
              <a:rPr lang="it-IT" sz="1200" dirty="0">
                <a:solidFill>
                  <a:schemeClr val="bg1"/>
                </a:solidFill>
              </a:rPr>
            </a:br>
            <a:endParaRPr lang="en-IN" sz="1200" dirty="0">
              <a:solidFill>
                <a:schemeClr val="bg1"/>
              </a:solidFill>
            </a:endParaRPr>
          </a:p>
        </p:txBody>
      </p:sp>
      <p:sp>
        <p:nvSpPr>
          <p:cNvPr id="14" name="TextBox 13">
            <a:extLst>
              <a:ext uri="{FF2B5EF4-FFF2-40B4-BE49-F238E27FC236}">
                <a16:creationId xmlns:a16="http://schemas.microsoft.com/office/drawing/2014/main" id="{68BC8AC4-BB5F-4ECB-990B-86B78F5C6D5F}"/>
              </a:ext>
            </a:extLst>
          </p:cNvPr>
          <p:cNvSpPr txBox="1"/>
          <p:nvPr/>
        </p:nvSpPr>
        <p:spPr>
          <a:xfrm>
            <a:off x="2597426" y="1934817"/>
            <a:ext cx="3207021" cy="369332"/>
          </a:xfrm>
          <a:prstGeom prst="rect">
            <a:avLst/>
          </a:prstGeom>
          <a:noFill/>
        </p:spPr>
        <p:txBody>
          <a:bodyPr wrap="square" rtlCol="0">
            <a:spAutoFit/>
          </a:bodyPr>
          <a:lstStyle/>
          <a:p>
            <a:r>
              <a:rPr lang="en-IN" b="1" dirty="0"/>
              <a:t>Thank you</a:t>
            </a:r>
          </a:p>
        </p:txBody>
      </p:sp>
      <p:sp>
        <p:nvSpPr>
          <p:cNvPr id="3" name="Footer Placeholder 2">
            <a:extLst>
              <a:ext uri="{FF2B5EF4-FFF2-40B4-BE49-F238E27FC236}">
                <a16:creationId xmlns:a16="http://schemas.microsoft.com/office/drawing/2014/main" id="{50D6F9B4-E871-43B2-85F8-CD83FC638DE6}"/>
              </a:ext>
            </a:extLst>
          </p:cNvPr>
          <p:cNvSpPr>
            <a:spLocks noGrp="1"/>
          </p:cNvSpPr>
          <p:nvPr>
            <p:ph type="ftr" sz="quarter" idx="11"/>
          </p:nvPr>
        </p:nvSpPr>
        <p:spPr/>
        <p:txBody>
          <a:bodyPr/>
          <a:lstStyle/>
          <a:p>
            <a:r>
              <a:rPr lang="en-IN"/>
              <a:t>pritave &amp; confidential                                                                                  not for sharing</a:t>
            </a:r>
          </a:p>
        </p:txBody>
      </p:sp>
    </p:spTree>
    <p:extLst>
      <p:ext uri="{BB962C8B-B14F-4D97-AF65-F5344CB8AC3E}">
        <p14:creationId xmlns:p14="http://schemas.microsoft.com/office/powerpoint/2010/main" val="951471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4256</TotalTime>
  <Words>548</Words>
  <Application>Microsoft Office PowerPoint</Application>
  <PresentationFormat>Widescreen</PresentationFormat>
  <Paragraphs>65</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Bold</vt:lpstr>
      <vt:lpstr>Calibri Light</vt:lpstr>
      <vt:lpstr>Wingdings</vt:lpstr>
      <vt:lpstr>Office Theme</vt:lpstr>
      <vt:lpstr>`</vt:lpstr>
      <vt:lpstr>Vital HR</vt:lpstr>
      <vt:lpstr>If Outsourcing Human Resources is the right choice for your business…</vt:lpstr>
      <vt:lpstr>On HR Menu</vt:lpstr>
      <vt:lpstr>Key Benefits</vt:lpstr>
      <vt:lpstr>Key Benefits…</vt:lpstr>
      <vt:lpstr>How much does it cost to outsource Human Resources?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bachal</dc:creator>
  <cp:lastModifiedBy>Neelam Bachal</cp:lastModifiedBy>
  <cp:revision>28</cp:revision>
  <dcterms:created xsi:type="dcterms:W3CDTF">2018-09-11T09:16:42Z</dcterms:created>
  <dcterms:modified xsi:type="dcterms:W3CDTF">2020-04-01T09:43:05Z</dcterms:modified>
</cp:coreProperties>
</file>