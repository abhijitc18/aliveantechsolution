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2" r:id="rId2"/>
    <p:sldId id="262" r:id="rId3"/>
    <p:sldId id="278" r:id="rId4"/>
    <p:sldId id="280" r:id="rId5"/>
    <p:sldId id="281" r:id="rId6"/>
    <p:sldId id="279" r:id="rId7"/>
    <p:sldId id="282"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DE1EA7-7513-4886-BF62-06104012C011}" type="datetimeFigureOut">
              <a:rPr lang="en-IN" smtClean="0"/>
              <a:t>27-03-2020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7EB36-77E6-4501-8294-B41ECDA950F7}" type="slidenum">
              <a:rPr lang="en-IN" smtClean="0"/>
              <a:t>‹#›</a:t>
            </a:fld>
            <a:endParaRPr lang="en-IN"/>
          </a:p>
        </p:txBody>
      </p:sp>
    </p:spTree>
    <p:extLst>
      <p:ext uri="{BB962C8B-B14F-4D97-AF65-F5344CB8AC3E}">
        <p14:creationId xmlns:p14="http://schemas.microsoft.com/office/powerpoint/2010/main" val="3920635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57F040A-64F7-4307-8373-080C7336386F}"/>
              </a:ext>
            </a:extLst>
          </p:cNvPr>
          <p:cNvSpPr txBox="1">
            <a:spLocks noGrp="1"/>
          </p:cNvSpPr>
          <p:nvPr>
            <p:ph type="sldNum" sz="quarter" idx="5"/>
          </p:nvPr>
        </p:nvSpPr>
        <p:spPr>
          <a:ln/>
        </p:spPr>
        <p:txBody>
          <a:bodyPr lIns="0" tIns="0" rIns="0" bIns="0" anchor="b">
            <a:noAutofit/>
          </a:bodyPr>
          <a:lstStyle/>
          <a:p>
            <a:pPr lvl="0"/>
            <a:fld id="{7F41E868-8106-4E9B-9BE0-9D997CC33A94}" type="slidenum">
              <a:t>2</a:t>
            </a:fld>
            <a:endParaRPr lang="zxx-none"/>
          </a:p>
        </p:txBody>
      </p:sp>
      <p:sp>
        <p:nvSpPr>
          <p:cNvPr id="2" name="Slide Image Placeholder 1">
            <a:extLst>
              <a:ext uri="{FF2B5EF4-FFF2-40B4-BE49-F238E27FC236}">
                <a16:creationId xmlns:a16="http://schemas.microsoft.com/office/drawing/2014/main" id="{D967EDE2-7299-492B-B5B7-38330BA54574}"/>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8ECFBD4-6208-4F18-8E01-3020A4CC011F}"/>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2836189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3</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2029770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4</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111885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5</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222570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6</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1688514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8</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833403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7532-17BF-474F-AA87-5086606573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6BEA61-5F22-4CA0-AD86-43635937A8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AB33FB-6B7B-4190-B858-BE662892124A}"/>
              </a:ext>
            </a:extLst>
          </p:cNvPr>
          <p:cNvSpPr>
            <a:spLocks noGrp="1"/>
          </p:cNvSpPr>
          <p:nvPr>
            <p:ph type="dt" sz="half" idx="10"/>
          </p:nvPr>
        </p:nvSpPr>
        <p:spPr/>
        <p:txBody>
          <a:bodyPr/>
          <a:lstStyle/>
          <a:p>
            <a:fld id="{F9081A6A-5600-4D05-BFA4-F0DA240FC251}" type="datetime1">
              <a:rPr lang="en-IN" smtClean="0"/>
              <a:t>27-03-2020</a:t>
            </a:fld>
            <a:endParaRPr lang="en-IN"/>
          </a:p>
        </p:txBody>
      </p:sp>
      <p:sp>
        <p:nvSpPr>
          <p:cNvPr id="5" name="Footer Placeholder 4">
            <a:extLst>
              <a:ext uri="{FF2B5EF4-FFF2-40B4-BE49-F238E27FC236}">
                <a16:creationId xmlns:a16="http://schemas.microsoft.com/office/drawing/2014/main" id="{142610C0-C80B-43BE-8C4F-3263E2A7E0C7}"/>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66AD5C43-84E4-4BAE-A284-A1E3E8D9139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38187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514D-1DF8-482A-93F5-5EF3E8AEDF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9EA1DD-1404-4F80-B6E2-1AA2CF23747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3737AE-CDF8-40EC-B6C5-1876EDE45958}"/>
              </a:ext>
            </a:extLst>
          </p:cNvPr>
          <p:cNvSpPr>
            <a:spLocks noGrp="1"/>
          </p:cNvSpPr>
          <p:nvPr>
            <p:ph type="dt" sz="half" idx="10"/>
          </p:nvPr>
        </p:nvSpPr>
        <p:spPr/>
        <p:txBody>
          <a:bodyPr/>
          <a:lstStyle/>
          <a:p>
            <a:fld id="{E1364C3E-1205-4897-A192-9C89689D7CB1}" type="datetime1">
              <a:rPr lang="en-IN" smtClean="0"/>
              <a:t>27-03-2020</a:t>
            </a:fld>
            <a:endParaRPr lang="en-IN"/>
          </a:p>
        </p:txBody>
      </p:sp>
      <p:sp>
        <p:nvSpPr>
          <p:cNvPr id="5" name="Footer Placeholder 4">
            <a:extLst>
              <a:ext uri="{FF2B5EF4-FFF2-40B4-BE49-F238E27FC236}">
                <a16:creationId xmlns:a16="http://schemas.microsoft.com/office/drawing/2014/main" id="{FE62B602-DB2F-4C9F-A457-73E43C1A0B6A}"/>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235D52D0-A605-41A7-91D7-042035907E91}"/>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296295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D195-CDD6-496A-8509-7FFD1EB1E4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91DF83-B144-45BA-9D8D-52014C44DD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6F8DAA-D8BC-4752-BEC3-D60352696778}"/>
              </a:ext>
            </a:extLst>
          </p:cNvPr>
          <p:cNvSpPr>
            <a:spLocks noGrp="1"/>
          </p:cNvSpPr>
          <p:nvPr>
            <p:ph type="dt" sz="half" idx="10"/>
          </p:nvPr>
        </p:nvSpPr>
        <p:spPr/>
        <p:txBody>
          <a:bodyPr/>
          <a:lstStyle/>
          <a:p>
            <a:fld id="{D42869A9-05D1-4C9F-9F2F-194F4B491039}" type="datetime1">
              <a:rPr lang="en-IN" smtClean="0"/>
              <a:t>27-03-2020</a:t>
            </a:fld>
            <a:endParaRPr lang="en-IN"/>
          </a:p>
        </p:txBody>
      </p:sp>
      <p:sp>
        <p:nvSpPr>
          <p:cNvPr id="5" name="Footer Placeholder 4">
            <a:extLst>
              <a:ext uri="{FF2B5EF4-FFF2-40B4-BE49-F238E27FC236}">
                <a16:creationId xmlns:a16="http://schemas.microsoft.com/office/drawing/2014/main" id="{4B589202-C3E2-4FBB-BB07-9ABA40311084}"/>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2534B65D-D299-4B52-A904-8F348D702CC0}"/>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98849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0D6E0-426F-4E98-921A-47A393989B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B543E9-CB49-4B49-B3BC-B0A8F6F8A74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5E9AF9-E1C0-4318-BE2B-F82D50A697A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DB838D-BC13-486B-967E-411B95388745}"/>
              </a:ext>
            </a:extLst>
          </p:cNvPr>
          <p:cNvSpPr>
            <a:spLocks noGrp="1"/>
          </p:cNvSpPr>
          <p:nvPr>
            <p:ph type="dt" sz="half" idx="10"/>
          </p:nvPr>
        </p:nvSpPr>
        <p:spPr/>
        <p:txBody>
          <a:bodyPr/>
          <a:lstStyle/>
          <a:p>
            <a:fld id="{132EB708-2EA2-4555-9A2E-A3354A183800}" type="datetime1">
              <a:rPr lang="en-IN" smtClean="0"/>
              <a:t>27-03-2020</a:t>
            </a:fld>
            <a:endParaRPr lang="en-IN"/>
          </a:p>
        </p:txBody>
      </p:sp>
      <p:sp>
        <p:nvSpPr>
          <p:cNvPr id="6" name="Footer Placeholder 5">
            <a:extLst>
              <a:ext uri="{FF2B5EF4-FFF2-40B4-BE49-F238E27FC236}">
                <a16:creationId xmlns:a16="http://schemas.microsoft.com/office/drawing/2014/main" id="{4391F571-D9FA-477B-86ED-F99FF7C525B1}"/>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D9B3B910-3B45-4A2B-BB12-7535DF211FF4}"/>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77821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7ED7-84F2-4437-898D-70BC4DB185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6FCDE1-9071-4766-A5FE-8294184B5E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3D1D2C6-C6A2-4CAE-8207-CD8DC96C31F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06F2FC-93B4-4178-9EDB-70E858714B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A2592B-1C28-4616-B7B2-87F38C20FEA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EBF588-374B-43D9-B9D4-17232CA70AAE}"/>
              </a:ext>
            </a:extLst>
          </p:cNvPr>
          <p:cNvSpPr>
            <a:spLocks noGrp="1"/>
          </p:cNvSpPr>
          <p:nvPr>
            <p:ph type="dt" sz="half" idx="10"/>
          </p:nvPr>
        </p:nvSpPr>
        <p:spPr/>
        <p:txBody>
          <a:bodyPr/>
          <a:lstStyle/>
          <a:p>
            <a:fld id="{6270B74D-5827-40C8-91F4-8D6F9C648A82}" type="datetime1">
              <a:rPr lang="en-IN" smtClean="0"/>
              <a:t>27-03-2020</a:t>
            </a:fld>
            <a:endParaRPr lang="en-IN"/>
          </a:p>
        </p:txBody>
      </p:sp>
      <p:sp>
        <p:nvSpPr>
          <p:cNvPr id="8" name="Footer Placeholder 7">
            <a:extLst>
              <a:ext uri="{FF2B5EF4-FFF2-40B4-BE49-F238E27FC236}">
                <a16:creationId xmlns:a16="http://schemas.microsoft.com/office/drawing/2014/main" id="{69957AAA-F228-4C3C-AE09-117173EA0BA9}"/>
              </a:ext>
            </a:extLst>
          </p:cNvPr>
          <p:cNvSpPr>
            <a:spLocks noGrp="1"/>
          </p:cNvSpPr>
          <p:nvPr>
            <p:ph type="ftr" sz="quarter" idx="11"/>
          </p:nvPr>
        </p:nvSpPr>
        <p:spPr/>
        <p:txBody>
          <a:bodyPr/>
          <a:lstStyle/>
          <a:p>
            <a:r>
              <a:rPr lang="en-IN"/>
              <a:t>pritave &amp; confidential                                                                                  not for sharing</a:t>
            </a:r>
          </a:p>
        </p:txBody>
      </p:sp>
      <p:sp>
        <p:nvSpPr>
          <p:cNvPr id="9" name="Slide Number Placeholder 8">
            <a:extLst>
              <a:ext uri="{FF2B5EF4-FFF2-40B4-BE49-F238E27FC236}">
                <a16:creationId xmlns:a16="http://schemas.microsoft.com/office/drawing/2014/main" id="{7032C068-ED21-4DC8-AB9E-5685A8DDD79B}"/>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1497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0D62-C336-402A-A31F-AED0216C10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401A62-8ADD-4AE9-856F-95FFC6D55AC7}"/>
              </a:ext>
            </a:extLst>
          </p:cNvPr>
          <p:cNvSpPr>
            <a:spLocks noGrp="1"/>
          </p:cNvSpPr>
          <p:nvPr>
            <p:ph type="dt" sz="half" idx="10"/>
          </p:nvPr>
        </p:nvSpPr>
        <p:spPr/>
        <p:txBody>
          <a:bodyPr/>
          <a:lstStyle/>
          <a:p>
            <a:fld id="{2182F9BA-7159-4200-8DBE-242878953473}" type="datetime1">
              <a:rPr lang="en-IN" smtClean="0"/>
              <a:t>27-03-2020</a:t>
            </a:fld>
            <a:endParaRPr lang="en-IN"/>
          </a:p>
        </p:txBody>
      </p:sp>
      <p:sp>
        <p:nvSpPr>
          <p:cNvPr id="4" name="Footer Placeholder 3">
            <a:extLst>
              <a:ext uri="{FF2B5EF4-FFF2-40B4-BE49-F238E27FC236}">
                <a16:creationId xmlns:a16="http://schemas.microsoft.com/office/drawing/2014/main" id="{AFA13358-2955-4CAA-BAE3-9BA5CBB19F11}"/>
              </a:ext>
            </a:extLst>
          </p:cNvPr>
          <p:cNvSpPr>
            <a:spLocks noGrp="1"/>
          </p:cNvSpPr>
          <p:nvPr>
            <p:ph type="ftr" sz="quarter" idx="11"/>
          </p:nvPr>
        </p:nvSpPr>
        <p:spPr/>
        <p:txBody>
          <a:bodyPr/>
          <a:lstStyle/>
          <a:p>
            <a:r>
              <a:rPr lang="en-IN"/>
              <a:t>pritave &amp; confidential                                                                                  not for sharing</a:t>
            </a:r>
          </a:p>
        </p:txBody>
      </p:sp>
      <p:sp>
        <p:nvSpPr>
          <p:cNvPr id="5" name="Slide Number Placeholder 4">
            <a:extLst>
              <a:ext uri="{FF2B5EF4-FFF2-40B4-BE49-F238E27FC236}">
                <a16:creationId xmlns:a16="http://schemas.microsoft.com/office/drawing/2014/main" id="{949E506B-9EC3-4EB0-A135-D1B8138C47FB}"/>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3209123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02DA66-AD5E-49F3-826E-21A802366B5C}"/>
              </a:ext>
            </a:extLst>
          </p:cNvPr>
          <p:cNvSpPr>
            <a:spLocks noGrp="1"/>
          </p:cNvSpPr>
          <p:nvPr>
            <p:ph type="dt" sz="half" idx="10"/>
          </p:nvPr>
        </p:nvSpPr>
        <p:spPr/>
        <p:txBody>
          <a:bodyPr/>
          <a:lstStyle/>
          <a:p>
            <a:fld id="{87B3A67E-B85E-4947-8B05-07811D64BD31}" type="datetime1">
              <a:rPr lang="en-IN" smtClean="0"/>
              <a:t>27-03-2020</a:t>
            </a:fld>
            <a:endParaRPr lang="en-IN"/>
          </a:p>
        </p:txBody>
      </p:sp>
      <p:sp>
        <p:nvSpPr>
          <p:cNvPr id="3" name="Footer Placeholder 2">
            <a:extLst>
              <a:ext uri="{FF2B5EF4-FFF2-40B4-BE49-F238E27FC236}">
                <a16:creationId xmlns:a16="http://schemas.microsoft.com/office/drawing/2014/main" id="{BD119C1B-7A79-45A4-9BAF-6C5AFE8EA19E}"/>
              </a:ext>
            </a:extLst>
          </p:cNvPr>
          <p:cNvSpPr>
            <a:spLocks noGrp="1"/>
          </p:cNvSpPr>
          <p:nvPr>
            <p:ph type="ftr" sz="quarter" idx="11"/>
          </p:nvPr>
        </p:nvSpPr>
        <p:spPr/>
        <p:txBody>
          <a:bodyPr/>
          <a:lstStyle/>
          <a:p>
            <a:r>
              <a:rPr lang="en-IN"/>
              <a:t>pritave &amp; confidential                                                                                  not for sharing</a:t>
            </a:r>
          </a:p>
        </p:txBody>
      </p:sp>
      <p:sp>
        <p:nvSpPr>
          <p:cNvPr id="4" name="Slide Number Placeholder 3">
            <a:extLst>
              <a:ext uri="{FF2B5EF4-FFF2-40B4-BE49-F238E27FC236}">
                <a16:creationId xmlns:a16="http://schemas.microsoft.com/office/drawing/2014/main" id="{16AD11DC-AA91-4DF2-AAE3-F394771F90EA}"/>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2719188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5822-9444-4815-8B45-E0DA6FBE7B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A9B255-E668-4721-B9AD-74BBE0F4D6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1C218A-7945-4AC2-B695-572D368907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0EF0DA-A540-4461-A693-26AA1E1C3F5A}"/>
              </a:ext>
            </a:extLst>
          </p:cNvPr>
          <p:cNvSpPr>
            <a:spLocks noGrp="1"/>
          </p:cNvSpPr>
          <p:nvPr>
            <p:ph type="dt" sz="half" idx="10"/>
          </p:nvPr>
        </p:nvSpPr>
        <p:spPr/>
        <p:txBody>
          <a:bodyPr/>
          <a:lstStyle/>
          <a:p>
            <a:fld id="{9DC1017E-AE81-493E-AA9A-9D753B3269CF}" type="datetime1">
              <a:rPr lang="en-IN" smtClean="0"/>
              <a:t>27-03-2020</a:t>
            </a:fld>
            <a:endParaRPr lang="en-IN"/>
          </a:p>
        </p:txBody>
      </p:sp>
      <p:sp>
        <p:nvSpPr>
          <p:cNvPr id="6" name="Footer Placeholder 5">
            <a:extLst>
              <a:ext uri="{FF2B5EF4-FFF2-40B4-BE49-F238E27FC236}">
                <a16:creationId xmlns:a16="http://schemas.microsoft.com/office/drawing/2014/main" id="{31F4FFFF-249E-460E-BAA3-780C42F521EB}"/>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970244D9-3C7F-4F9D-A9F7-5E8EBE5ABA4D}"/>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322387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39CE-5E9D-408F-8D2E-6D7CF6988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3FEDD8-7A70-485D-B2BB-BF3D9A3D39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2E6570-2D3A-4AE9-A14E-FB1D30E0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15D932-D344-4B85-BF2C-710AA72579BD}"/>
              </a:ext>
            </a:extLst>
          </p:cNvPr>
          <p:cNvSpPr>
            <a:spLocks noGrp="1"/>
          </p:cNvSpPr>
          <p:nvPr>
            <p:ph type="dt" sz="half" idx="10"/>
          </p:nvPr>
        </p:nvSpPr>
        <p:spPr/>
        <p:txBody>
          <a:bodyPr/>
          <a:lstStyle/>
          <a:p>
            <a:fld id="{A24F1CDE-6197-4C56-9757-F0AFB8CDB200}" type="datetime1">
              <a:rPr lang="en-IN" smtClean="0"/>
              <a:t>27-03-2020</a:t>
            </a:fld>
            <a:endParaRPr lang="en-IN"/>
          </a:p>
        </p:txBody>
      </p:sp>
      <p:sp>
        <p:nvSpPr>
          <p:cNvPr id="6" name="Footer Placeholder 5">
            <a:extLst>
              <a:ext uri="{FF2B5EF4-FFF2-40B4-BE49-F238E27FC236}">
                <a16:creationId xmlns:a16="http://schemas.microsoft.com/office/drawing/2014/main" id="{C0226D89-0B85-4022-8B12-DBDE85EA3E12}"/>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EE63D84D-5B6B-43E4-83C5-527E93AB228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761984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541E-EFAD-44E3-AA37-F46393AD2E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A1E13F-347E-41A9-B316-6033BCA3D7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457D7D-045F-434A-BA17-709BF27B6C38}"/>
              </a:ext>
            </a:extLst>
          </p:cNvPr>
          <p:cNvSpPr>
            <a:spLocks noGrp="1"/>
          </p:cNvSpPr>
          <p:nvPr>
            <p:ph type="dt" sz="half" idx="10"/>
          </p:nvPr>
        </p:nvSpPr>
        <p:spPr/>
        <p:txBody>
          <a:bodyPr/>
          <a:lstStyle/>
          <a:p>
            <a:fld id="{A042BCD3-6FD7-4F59-82BF-429F65006193}" type="datetime1">
              <a:rPr lang="en-IN" smtClean="0"/>
              <a:t>27-03-2020</a:t>
            </a:fld>
            <a:endParaRPr lang="en-IN"/>
          </a:p>
        </p:txBody>
      </p:sp>
      <p:sp>
        <p:nvSpPr>
          <p:cNvPr id="5" name="Footer Placeholder 4">
            <a:extLst>
              <a:ext uri="{FF2B5EF4-FFF2-40B4-BE49-F238E27FC236}">
                <a16:creationId xmlns:a16="http://schemas.microsoft.com/office/drawing/2014/main" id="{D56A65AB-1A9C-45D9-8016-44BFCDBC93B1}"/>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678B3341-44F1-40E3-98D8-6E2316FB5617}"/>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769823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DF2ADE-3433-47E1-808A-5ED58FFB7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0B5FF3-9DD3-4FDB-B657-E05AB9DB606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6424CB-0ABE-4EBF-8272-53AE7941B814}"/>
              </a:ext>
            </a:extLst>
          </p:cNvPr>
          <p:cNvSpPr>
            <a:spLocks noGrp="1"/>
          </p:cNvSpPr>
          <p:nvPr>
            <p:ph type="dt" sz="half" idx="10"/>
          </p:nvPr>
        </p:nvSpPr>
        <p:spPr/>
        <p:txBody>
          <a:bodyPr/>
          <a:lstStyle/>
          <a:p>
            <a:fld id="{420ED535-9233-4C09-B15B-EF1DF048CAD7}" type="datetime1">
              <a:rPr lang="en-IN" smtClean="0"/>
              <a:t>27-03-2020</a:t>
            </a:fld>
            <a:endParaRPr lang="en-IN"/>
          </a:p>
        </p:txBody>
      </p:sp>
      <p:sp>
        <p:nvSpPr>
          <p:cNvPr id="5" name="Footer Placeholder 4">
            <a:extLst>
              <a:ext uri="{FF2B5EF4-FFF2-40B4-BE49-F238E27FC236}">
                <a16:creationId xmlns:a16="http://schemas.microsoft.com/office/drawing/2014/main" id="{173D87B3-1671-49DE-BC78-BB45C321A2AF}"/>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94D31DF2-AAE4-4B31-8755-C8E03D937C6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677528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D7E8B7-99A8-4166-9791-F0F841C15B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EBB176-58B9-491A-91CF-951B2DD19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BD174-8773-4B0F-8FFE-9E4D4E218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5CFF4D-CB7C-4B4A-986C-08E7598EC906}" type="datetime1">
              <a:rPr lang="en-IN" smtClean="0"/>
              <a:t>27-03-2020</a:t>
            </a:fld>
            <a:endParaRPr lang="en-IN"/>
          </a:p>
        </p:txBody>
      </p:sp>
      <p:sp>
        <p:nvSpPr>
          <p:cNvPr id="5" name="Footer Placeholder 4">
            <a:extLst>
              <a:ext uri="{FF2B5EF4-FFF2-40B4-BE49-F238E27FC236}">
                <a16:creationId xmlns:a16="http://schemas.microsoft.com/office/drawing/2014/main" id="{E579C8BC-E0B6-49E8-B3A6-007497745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pritave &amp; confidential                                                                                  not for sharing</a:t>
            </a:r>
          </a:p>
        </p:txBody>
      </p:sp>
      <p:sp>
        <p:nvSpPr>
          <p:cNvPr id="6" name="Slide Number Placeholder 5">
            <a:extLst>
              <a:ext uri="{FF2B5EF4-FFF2-40B4-BE49-F238E27FC236}">
                <a16:creationId xmlns:a16="http://schemas.microsoft.com/office/drawing/2014/main" id="{1A92510D-0BFA-413B-995B-CF4C99E38A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84266C-05E2-49B1-8F72-52C076470BCD}" type="slidenum">
              <a:rPr lang="en-IN" smtClean="0"/>
              <a:t>‹#›</a:t>
            </a:fld>
            <a:endParaRPr lang="en-IN"/>
          </a:p>
        </p:txBody>
      </p:sp>
    </p:spTree>
    <p:extLst>
      <p:ext uri="{BB962C8B-B14F-4D97-AF65-F5344CB8AC3E}">
        <p14:creationId xmlns:p14="http://schemas.microsoft.com/office/powerpoint/2010/main" val="2104981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5BBFD-983D-4EAF-832F-5B0BEB544B7E}"/>
              </a:ext>
            </a:extLst>
          </p:cNvPr>
          <p:cNvSpPr>
            <a:spLocks noGrp="1"/>
          </p:cNvSpPr>
          <p:nvPr>
            <p:ph type="title"/>
          </p:nvPr>
        </p:nvSpPr>
        <p:spPr/>
        <p:txBody>
          <a:bodyPr/>
          <a:lstStyle/>
          <a:p>
            <a:r>
              <a:rPr lang="en-IN" dirty="0"/>
              <a:t>`</a:t>
            </a:r>
          </a:p>
        </p:txBody>
      </p:sp>
      <p:pic>
        <p:nvPicPr>
          <p:cNvPr id="3" name="Picture 2">
            <a:extLst>
              <a:ext uri="{FF2B5EF4-FFF2-40B4-BE49-F238E27FC236}">
                <a16:creationId xmlns:a16="http://schemas.microsoft.com/office/drawing/2014/main" id="{BBA53B27-66D1-4DF5-8CEA-B1D7C3487806}"/>
              </a:ext>
            </a:extLst>
          </p:cNvPr>
          <p:cNvPicPr/>
          <p:nvPr/>
        </p:nvPicPr>
        <p:blipFill>
          <a:blip r:embed="rId2"/>
          <a:stretch>
            <a:fillRect/>
          </a:stretch>
        </p:blipFill>
        <p:spPr>
          <a:xfrm>
            <a:off x="0" y="-1744394"/>
            <a:ext cx="12192000" cy="9270609"/>
          </a:xfrm>
          <a:prstGeom prst="rect">
            <a:avLst/>
          </a:prstGeom>
        </p:spPr>
      </p:pic>
    </p:spTree>
    <p:extLst>
      <p:ext uri="{BB962C8B-B14F-4D97-AF65-F5344CB8AC3E}">
        <p14:creationId xmlns:p14="http://schemas.microsoft.com/office/powerpoint/2010/main" val="318451808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664962-F83D-4393-AD08-D3DB6BD72640}"/>
              </a:ext>
            </a:extLst>
          </p:cNvPr>
          <p:cNvPicPr>
            <a:picLocks noChangeAspect="1"/>
          </p:cNvPicPr>
          <p:nvPr/>
        </p:nvPicPr>
        <p:blipFill>
          <a:blip r:embed="rId3">
            <a:lum/>
            <a:alphaModFix/>
          </a:blip>
          <a:srcRect/>
          <a:stretch>
            <a:fillRect/>
          </a:stretch>
        </p:blipFill>
        <p:spPr>
          <a:xfrm>
            <a:off x="0" y="327"/>
            <a:ext cx="12192000" cy="6857968"/>
          </a:xfrm>
          <a:prstGeom prst="rect">
            <a:avLst/>
          </a:prstGeom>
          <a:noFill/>
          <a:ln>
            <a:noFill/>
          </a:ln>
        </p:spPr>
      </p:pic>
      <p:sp>
        <p:nvSpPr>
          <p:cNvPr id="3" name="Title 2">
            <a:extLst>
              <a:ext uri="{FF2B5EF4-FFF2-40B4-BE49-F238E27FC236}">
                <a16:creationId xmlns:a16="http://schemas.microsoft.com/office/drawing/2014/main" id="{169AD282-FD34-480A-92B1-9F7A744A1101}"/>
              </a:ext>
            </a:extLst>
          </p:cNvPr>
          <p:cNvSpPr txBox="1">
            <a:spLocks noGrp="1"/>
          </p:cNvSpPr>
          <p:nvPr>
            <p:ph type="ctrTitle"/>
          </p:nvPr>
        </p:nvSpPr>
        <p:spPr/>
        <p:txBody>
          <a:bodyPr>
            <a:normAutofit/>
          </a:bodyPr>
          <a:lstStyle/>
          <a:p>
            <a:pPr lvl="0" algn="r"/>
            <a:r>
              <a:rPr lang="en-US" sz="8800" b="1" dirty="0">
                <a:solidFill>
                  <a:schemeClr val="bg1"/>
                </a:solidFill>
                <a:latin typeface="+mn-lt"/>
              </a:rPr>
              <a:t>Vitamin H</a:t>
            </a:r>
            <a:endParaRPr lang="zxx-none" sz="8800" b="1" dirty="0">
              <a:solidFill>
                <a:schemeClr val="bg1"/>
              </a:solidFill>
              <a:latin typeface="+mn-lt"/>
            </a:endParaRPr>
          </a:p>
        </p:txBody>
      </p:sp>
      <p:sp>
        <p:nvSpPr>
          <p:cNvPr id="4" name="Subtitle 3">
            <a:extLst>
              <a:ext uri="{FF2B5EF4-FFF2-40B4-BE49-F238E27FC236}">
                <a16:creationId xmlns:a16="http://schemas.microsoft.com/office/drawing/2014/main" id="{08256504-A52B-4CD9-B1D1-496DF0A6F12A}"/>
              </a:ext>
            </a:extLst>
          </p:cNvPr>
          <p:cNvSpPr>
            <a:spLocks noGrp="1"/>
          </p:cNvSpPr>
          <p:nvPr>
            <p:ph type="subTitle" idx="1"/>
          </p:nvPr>
        </p:nvSpPr>
        <p:spPr>
          <a:xfrm>
            <a:off x="861387" y="3602038"/>
            <a:ext cx="10018644" cy="1655762"/>
          </a:xfrm>
        </p:spPr>
        <p:txBody>
          <a:bodyPr>
            <a:normAutofit/>
          </a:bodyPr>
          <a:lstStyle/>
          <a:p>
            <a:pPr algn="r"/>
            <a:r>
              <a:rPr lang="en-IN" sz="4000" b="1" dirty="0">
                <a:solidFill>
                  <a:schemeClr val="bg1"/>
                </a:solidFill>
              </a:rPr>
              <a:t>Your </a:t>
            </a:r>
            <a:r>
              <a:rPr lang="en-IN" sz="4000" b="1" dirty="0">
                <a:solidFill>
                  <a:srgbClr val="002060"/>
                </a:solidFill>
              </a:rPr>
              <a:t>‘complete guide to HR process setup’</a:t>
            </a:r>
            <a:endParaRPr lang="en-IN" sz="4000" b="1" dirty="0"/>
          </a:p>
        </p:txBody>
      </p:sp>
      <p:sp>
        <p:nvSpPr>
          <p:cNvPr id="5" name="Footer Placeholder 4">
            <a:extLst>
              <a:ext uri="{FF2B5EF4-FFF2-40B4-BE49-F238E27FC236}">
                <a16:creationId xmlns:a16="http://schemas.microsoft.com/office/drawing/2014/main" id="{A33257D0-E2B5-4C3C-B327-4D0B74B0C8EF}"/>
              </a:ext>
            </a:extLst>
          </p:cNvPr>
          <p:cNvSpPr>
            <a:spLocks noGrp="1"/>
          </p:cNvSpPr>
          <p:nvPr>
            <p:ph type="ftr" sz="quarter" idx="11"/>
          </p:nvPr>
        </p:nvSpPr>
        <p:spPr>
          <a:xfrm>
            <a:off x="-1" y="6488870"/>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963691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4" name="Title 3">
            <a:extLst>
              <a:ext uri="{FF2B5EF4-FFF2-40B4-BE49-F238E27FC236}">
                <a16:creationId xmlns:a16="http://schemas.microsoft.com/office/drawing/2014/main" id="{2D165A42-3D88-499D-8094-A067A9D116FB}"/>
              </a:ext>
            </a:extLst>
          </p:cNvPr>
          <p:cNvSpPr>
            <a:spLocks noGrp="1"/>
          </p:cNvSpPr>
          <p:nvPr>
            <p:ph type="ctrTitle"/>
          </p:nvPr>
        </p:nvSpPr>
        <p:spPr>
          <a:xfrm>
            <a:off x="954156" y="1851232"/>
            <a:ext cx="10283688" cy="3123648"/>
          </a:xfrm>
        </p:spPr>
        <p:txBody>
          <a:bodyPr>
            <a:noAutofit/>
          </a:bodyPr>
          <a:lstStyle/>
          <a:p>
            <a:pPr algn="just"/>
            <a:r>
              <a:rPr lang="en-US" sz="2800" dirty="0">
                <a:solidFill>
                  <a:schemeClr val="tx2"/>
                </a:solidFill>
                <a:latin typeface="+mn-lt"/>
              </a:rPr>
              <a:t>We are able to bring in together most cultivated &amp; leading benefits of Consultation through our experience in the field.  </a:t>
            </a:r>
            <a:br>
              <a:rPr lang="en-US" sz="2800" dirty="0">
                <a:solidFill>
                  <a:schemeClr val="tx2"/>
                </a:solidFill>
                <a:latin typeface="+mn-lt"/>
              </a:rPr>
            </a:br>
            <a:br>
              <a:rPr lang="en-US" sz="2800" b="1" dirty="0">
                <a:solidFill>
                  <a:schemeClr val="tx2"/>
                </a:solidFill>
                <a:latin typeface="+mn-lt"/>
              </a:rPr>
            </a:br>
            <a:r>
              <a:rPr lang="en-US" sz="2800" b="1" dirty="0">
                <a:solidFill>
                  <a:schemeClr val="tx2"/>
                </a:solidFill>
                <a:latin typeface="+mn-lt"/>
              </a:rPr>
              <a:t>‘Vitamin H’ </a:t>
            </a:r>
            <a:r>
              <a:rPr lang="en-US" sz="2800" dirty="0">
                <a:solidFill>
                  <a:schemeClr val="tx2"/>
                </a:solidFill>
                <a:latin typeface="+mn-lt"/>
              </a:rPr>
              <a:t>is regarded as competent process setup for HR compliance matters, a high end service which is well prepared after benchmarked with industry standards, which keeps your company ahead of the curve.</a:t>
            </a:r>
            <a:br>
              <a:rPr lang="en-US" sz="2800" dirty="0">
                <a:solidFill>
                  <a:schemeClr val="tx2"/>
                </a:solidFill>
                <a:latin typeface="+mn-lt"/>
              </a:rPr>
            </a:br>
            <a:endParaRPr lang="en-IN" sz="2800" dirty="0">
              <a:solidFill>
                <a:schemeClr val="tx2"/>
              </a:solidFill>
              <a:latin typeface="+mn-lt"/>
            </a:endParaRPr>
          </a:p>
        </p:txBody>
      </p:sp>
      <p:sp>
        <p:nvSpPr>
          <p:cNvPr id="6" name="Content Placeholder 5">
            <a:extLst>
              <a:ext uri="{FF2B5EF4-FFF2-40B4-BE49-F238E27FC236}">
                <a16:creationId xmlns:a16="http://schemas.microsoft.com/office/drawing/2014/main" id="{77CF94EA-C1C0-442A-91C2-FCE5BDE3CDF5}"/>
              </a:ext>
            </a:extLst>
          </p:cNvPr>
          <p:cNvSpPr>
            <a:spLocks noGrp="1"/>
          </p:cNvSpPr>
          <p:nvPr>
            <p:ph type="subTitle" idx="1"/>
          </p:nvPr>
        </p:nvSpPr>
        <p:spPr>
          <a:xfrm>
            <a:off x="689112" y="5565913"/>
            <a:ext cx="10283688" cy="829158"/>
          </a:xfrm>
        </p:spPr>
        <p:txBody>
          <a:bodyPr>
            <a:normAutofit/>
          </a:bodyPr>
          <a:lstStyle/>
          <a:p>
            <a:r>
              <a:rPr lang="en-IN" b="1" dirty="0">
                <a:solidFill>
                  <a:srgbClr val="002060"/>
                </a:solidFill>
                <a:latin typeface="+mj-lt"/>
              </a:rPr>
              <a:t>‘Vitamin H’ is designed for companies in start up phase celebrating the crucial phase of its life span i.e. growth.</a:t>
            </a:r>
          </a:p>
          <a:p>
            <a:pPr marL="0" indent="0">
              <a:buNone/>
            </a:pPr>
            <a:endParaRPr lang="en-US" b="1" dirty="0">
              <a:solidFill>
                <a:srgbClr val="002060"/>
              </a:solidFill>
              <a:latin typeface="+mj-lt"/>
            </a:endParaRPr>
          </a:p>
          <a:p>
            <a:pPr marL="0" indent="0">
              <a:buNone/>
            </a:pPr>
            <a:endParaRPr lang="en-US" b="1" dirty="0">
              <a:solidFill>
                <a:srgbClr val="002060"/>
              </a:solidFill>
              <a:latin typeface="+mj-lt"/>
            </a:endParaRPr>
          </a:p>
          <a:p>
            <a:pPr marL="0" indent="0">
              <a:buNone/>
            </a:pPr>
            <a:endParaRPr lang="en-US" b="1" dirty="0">
              <a:solidFill>
                <a:srgbClr val="002060"/>
              </a:solidFill>
              <a:latin typeface="+mj-lt"/>
            </a:endParaRPr>
          </a:p>
        </p:txBody>
      </p:sp>
    </p:spTree>
    <p:extLst>
      <p:ext uri="{BB962C8B-B14F-4D97-AF65-F5344CB8AC3E}">
        <p14:creationId xmlns:p14="http://schemas.microsoft.com/office/powerpoint/2010/main" val="349103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9" name="Title 8">
            <a:extLst>
              <a:ext uri="{FF2B5EF4-FFF2-40B4-BE49-F238E27FC236}">
                <a16:creationId xmlns:a16="http://schemas.microsoft.com/office/drawing/2014/main" id="{8AC6FD29-6F4A-41D9-A2DD-12879722566A}"/>
              </a:ext>
            </a:extLst>
          </p:cNvPr>
          <p:cNvSpPr>
            <a:spLocks noGrp="1"/>
          </p:cNvSpPr>
          <p:nvPr>
            <p:ph type="title"/>
          </p:nvPr>
        </p:nvSpPr>
        <p:spPr>
          <a:xfrm>
            <a:off x="652668" y="518334"/>
            <a:ext cx="10515600" cy="1325563"/>
          </a:xfrm>
        </p:spPr>
        <p:txBody>
          <a:bodyPr/>
          <a:lstStyle/>
          <a:p>
            <a:r>
              <a:rPr lang="en-IN" b="1" dirty="0">
                <a:solidFill>
                  <a:srgbClr val="002060"/>
                </a:solidFill>
              </a:rPr>
              <a:t>Vitamin H - Features	</a:t>
            </a:r>
          </a:p>
        </p:txBody>
      </p:sp>
      <p:sp>
        <p:nvSpPr>
          <p:cNvPr id="10" name="Content Placeholder 9">
            <a:extLst>
              <a:ext uri="{FF2B5EF4-FFF2-40B4-BE49-F238E27FC236}">
                <a16:creationId xmlns:a16="http://schemas.microsoft.com/office/drawing/2014/main" id="{89DCF2D5-6187-42C3-A0AB-EB0551D80310}"/>
              </a:ext>
            </a:extLst>
          </p:cNvPr>
          <p:cNvSpPr>
            <a:spLocks noGrp="1"/>
          </p:cNvSpPr>
          <p:nvPr>
            <p:ph idx="1"/>
          </p:nvPr>
        </p:nvSpPr>
        <p:spPr>
          <a:xfrm>
            <a:off x="652668" y="2375830"/>
            <a:ext cx="10515600" cy="3770572"/>
          </a:xfrm>
        </p:spPr>
        <p:txBody>
          <a:bodyPr>
            <a:normAutofit lnSpcReduction="10000"/>
          </a:bodyPr>
          <a:lstStyle/>
          <a:p>
            <a:r>
              <a:rPr lang="en-IN" sz="2400" dirty="0"/>
              <a:t>a copyright product</a:t>
            </a:r>
          </a:p>
          <a:p>
            <a:r>
              <a:rPr lang="en-US" sz="2400" dirty="0"/>
              <a:t>Swift delivery &amp; application</a:t>
            </a:r>
          </a:p>
          <a:p>
            <a:r>
              <a:rPr lang="en-US" sz="2400" dirty="0"/>
              <a:t>Aids process of implementing HR function </a:t>
            </a:r>
          </a:p>
          <a:p>
            <a:r>
              <a:rPr lang="en-US" sz="2400" dirty="0"/>
              <a:t>Brings your HR Operations in place in no time</a:t>
            </a:r>
            <a:endParaRPr lang="en-IN" sz="2400" dirty="0"/>
          </a:p>
          <a:p>
            <a:r>
              <a:rPr lang="en-IN" sz="2400" dirty="0"/>
              <a:t>Suitable for IT/Software/ITES/Engineering/IT Enabled</a:t>
            </a:r>
          </a:p>
          <a:p>
            <a:r>
              <a:rPr lang="en-IN" sz="2400" dirty="0"/>
              <a:t>Start-ups to mid size – 0 to 50 employee strength</a:t>
            </a:r>
          </a:p>
          <a:p>
            <a:r>
              <a:rPr lang="en-IN" sz="2400" dirty="0"/>
              <a:t>Efficient in managing employee life cycle</a:t>
            </a:r>
          </a:p>
          <a:p>
            <a:r>
              <a:rPr lang="en-IN" sz="2400" dirty="0"/>
              <a:t>Contains HR policies, processes, forms, formats, checklists, drafts, remedies complaint as per law</a:t>
            </a:r>
          </a:p>
          <a:p>
            <a:endParaRPr lang="en-IN" sz="2400" dirty="0"/>
          </a:p>
          <a:p>
            <a:pPr marL="0" indent="0">
              <a:buNone/>
            </a:pPr>
            <a:endParaRPr lang="en-IN" sz="2400" dirty="0"/>
          </a:p>
        </p:txBody>
      </p:sp>
    </p:spTree>
    <p:extLst>
      <p:ext uri="{BB962C8B-B14F-4D97-AF65-F5344CB8AC3E}">
        <p14:creationId xmlns:p14="http://schemas.microsoft.com/office/powerpoint/2010/main" val="760696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930"/>
            <a:ext cx="12192000" cy="6857968"/>
          </a:xfrm>
          <a:prstGeom prst="rect">
            <a:avLst/>
          </a:prstGeom>
          <a:noFill/>
          <a:ln>
            <a:noFill/>
          </a:ln>
        </p:spPr>
      </p:pic>
      <p:sp>
        <p:nvSpPr>
          <p:cNvPr id="10" name="Content Placeholder 9">
            <a:extLst>
              <a:ext uri="{FF2B5EF4-FFF2-40B4-BE49-F238E27FC236}">
                <a16:creationId xmlns:a16="http://schemas.microsoft.com/office/drawing/2014/main" id="{89DCF2D5-6187-42C3-A0AB-EB0551D80310}"/>
              </a:ext>
            </a:extLst>
          </p:cNvPr>
          <p:cNvSpPr>
            <a:spLocks noGrp="1"/>
          </p:cNvSpPr>
          <p:nvPr>
            <p:ph idx="1"/>
          </p:nvPr>
        </p:nvSpPr>
        <p:spPr>
          <a:xfrm>
            <a:off x="586409" y="1627876"/>
            <a:ext cx="10515600" cy="4984267"/>
          </a:xfrm>
        </p:spPr>
        <p:txBody>
          <a:bodyPr>
            <a:normAutofit/>
          </a:bodyPr>
          <a:lstStyle/>
          <a:p>
            <a:pPr>
              <a:buFont typeface="Wingdings" panose="05000000000000000000" pitchFamily="2" charset="2"/>
              <a:buChar char="q"/>
            </a:pPr>
            <a:r>
              <a:rPr lang="en-US" sz="2400" dirty="0"/>
              <a:t>Policy on Employee Selection</a:t>
            </a:r>
          </a:p>
          <a:p>
            <a:pPr>
              <a:buFont typeface="Wingdings" panose="05000000000000000000" pitchFamily="2" charset="2"/>
              <a:buChar char="q"/>
            </a:pPr>
            <a:r>
              <a:rPr lang="en-US" sz="2400" dirty="0"/>
              <a:t>Policy on Employee Joining</a:t>
            </a:r>
          </a:p>
          <a:p>
            <a:pPr>
              <a:buFont typeface="Wingdings" panose="05000000000000000000" pitchFamily="2" charset="2"/>
              <a:buChar char="q"/>
            </a:pPr>
            <a:r>
              <a:rPr lang="en-US" sz="2400" dirty="0"/>
              <a:t>Confirmation Appraisal Policy</a:t>
            </a:r>
          </a:p>
          <a:p>
            <a:pPr>
              <a:buFont typeface="Wingdings" panose="05000000000000000000" pitchFamily="2" charset="2"/>
              <a:buChar char="q"/>
            </a:pPr>
            <a:r>
              <a:rPr lang="en-US" sz="2400" dirty="0"/>
              <a:t>Employee Separation Policy</a:t>
            </a:r>
          </a:p>
          <a:p>
            <a:pPr>
              <a:buFont typeface="Wingdings" panose="05000000000000000000" pitchFamily="2" charset="2"/>
              <a:buChar char="q"/>
            </a:pPr>
            <a:r>
              <a:rPr lang="en-US" sz="2400" dirty="0"/>
              <a:t>Employee Leave Policy</a:t>
            </a:r>
          </a:p>
          <a:p>
            <a:pPr>
              <a:buFont typeface="Wingdings" panose="05000000000000000000" pitchFamily="2" charset="2"/>
              <a:buChar char="q"/>
            </a:pPr>
            <a:r>
              <a:rPr lang="en-US" sz="2400" dirty="0"/>
              <a:t>POSH Policy</a:t>
            </a:r>
          </a:p>
          <a:p>
            <a:pPr>
              <a:buFont typeface="Wingdings" panose="05000000000000000000" pitchFamily="2" charset="2"/>
              <a:buChar char="q"/>
            </a:pPr>
            <a:r>
              <a:rPr lang="en-US" sz="2400" dirty="0"/>
              <a:t>HR Admin (all related to day to day HR functioning)</a:t>
            </a:r>
          </a:p>
          <a:p>
            <a:pPr>
              <a:buFont typeface="Wingdings" panose="05000000000000000000" pitchFamily="2" charset="2"/>
              <a:buChar char="q"/>
            </a:pPr>
            <a:r>
              <a:rPr lang="en-US" sz="2400" dirty="0"/>
              <a:t>Strategic Business HR </a:t>
            </a:r>
          </a:p>
          <a:p>
            <a:pPr>
              <a:buFont typeface="Wingdings" panose="05000000000000000000" pitchFamily="2" charset="2"/>
              <a:buChar char="q"/>
            </a:pPr>
            <a:r>
              <a:rPr lang="en-US" sz="2400" dirty="0"/>
              <a:t>Compensation Structure</a:t>
            </a:r>
          </a:p>
          <a:p>
            <a:pPr marL="0" indent="0">
              <a:buNone/>
            </a:pPr>
            <a:endParaRPr lang="en-US" sz="1100" dirty="0"/>
          </a:p>
          <a:p>
            <a:pPr marL="0" indent="0">
              <a:buNone/>
            </a:pPr>
            <a:endParaRPr lang="en-US" sz="1100" dirty="0"/>
          </a:p>
          <a:p>
            <a:pPr marL="0" indent="0">
              <a:buNone/>
            </a:pPr>
            <a:r>
              <a:rPr lang="en-US" sz="1100" dirty="0"/>
              <a:t>*Avail add on at minimal cost.</a:t>
            </a:r>
            <a:endParaRPr lang="en-IN" sz="1100" dirty="0"/>
          </a:p>
        </p:txBody>
      </p:sp>
      <p:sp>
        <p:nvSpPr>
          <p:cNvPr id="4" name="Title 3">
            <a:extLst>
              <a:ext uri="{FF2B5EF4-FFF2-40B4-BE49-F238E27FC236}">
                <a16:creationId xmlns:a16="http://schemas.microsoft.com/office/drawing/2014/main" id="{B3A09EB3-4B0C-45B9-9716-88F01836274D}"/>
              </a:ext>
            </a:extLst>
          </p:cNvPr>
          <p:cNvSpPr>
            <a:spLocks noGrp="1"/>
          </p:cNvSpPr>
          <p:nvPr>
            <p:ph type="title"/>
          </p:nvPr>
        </p:nvSpPr>
        <p:spPr>
          <a:xfrm>
            <a:off x="626167" y="365125"/>
            <a:ext cx="10515600" cy="1325563"/>
          </a:xfrm>
        </p:spPr>
        <p:txBody>
          <a:bodyPr/>
          <a:lstStyle/>
          <a:p>
            <a:r>
              <a:rPr lang="en-US" b="1" dirty="0">
                <a:solidFill>
                  <a:srgbClr val="002060"/>
                </a:solidFill>
              </a:rPr>
              <a:t>Product Highlights</a:t>
            </a:r>
            <a:endParaRPr lang="en-IN" b="1" dirty="0">
              <a:solidFill>
                <a:srgbClr val="002060"/>
              </a:solidFill>
            </a:endParaRPr>
          </a:p>
        </p:txBody>
      </p:sp>
    </p:spTree>
    <p:extLst>
      <p:ext uri="{BB962C8B-B14F-4D97-AF65-F5344CB8AC3E}">
        <p14:creationId xmlns:p14="http://schemas.microsoft.com/office/powerpoint/2010/main" val="1772570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10" name="Content Placeholder 9">
            <a:extLst>
              <a:ext uri="{FF2B5EF4-FFF2-40B4-BE49-F238E27FC236}">
                <a16:creationId xmlns:a16="http://schemas.microsoft.com/office/drawing/2014/main" id="{89DCF2D5-6187-42C3-A0AB-EB0551D80310}"/>
              </a:ext>
            </a:extLst>
          </p:cNvPr>
          <p:cNvSpPr>
            <a:spLocks noGrp="1"/>
          </p:cNvSpPr>
          <p:nvPr>
            <p:ph idx="1"/>
          </p:nvPr>
        </p:nvSpPr>
        <p:spPr>
          <a:xfrm>
            <a:off x="453889" y="1749279"/>
            <a:ext cx="10515600" cy="5379693"/>
          </a:xfrm>
        </p:spPr>
        <p:txBody>
          <a:bodyPr>
            <a:normAutofit/>
          </a:bodyPr>
          <a:lstStyle/>
          <a:p>
            <a:r>
              <a:rPr lang="en-US" sz="2400" b="1" dirty="0"/>
              <a:t>Employee Selection </a:t>
            </a:r>
            <a:r>
              <a:rPr lang="en-US" sz="2400" dirty="0"/>
              <a:t>(offer letter, appointment letter, interview rating sheet, Reference check/background check )</a:t>
            </a:r>
          </a:p>
          <a:p>
            <a:r>
              <a:rPr lang="en-US" sz="2400" b="1" dirty="0"/>
              <a:t>Compensation structure </a:t>
            </a:r>
            <a:r>
              <a:rPr lang="en-US" sz="2400" dirty="0"/>
              <a:t>(designing of Compensation structure, </a:t>
            </a:r>
            <a:r>
              <a:rPr lang="en-US" sz="2400" dirty="0" err="1"/>
              <a:t>ctc</a:t>
            </a:r>
            <a:r>
              <a:rPr lang="en-US" sz="2400" dirty="0"/>
              <a:t>; important components of salary, professional tax, new joiner salary calculation)</a:t>
            </a:r>
          </a:p>
          <a:p>
            <a:r>
              <a:rPr lang="en-US" sz="2400" b="1" dirty="0"/>
              <a:t>Employee Joining Policy  </a:t>
            </a:r>
            <a:r>
              <a:rPr lang="en-US" sz="2400" dirty="0"/>
              <a:t>(crucial Joining formalities completion checklists, legal compliances, statutory compliance, Personal filing process)</a:t>
            </a:r>
          </a:p>
          <a:p>
            <a:r>
              <a:rPr lang="en-US" sz="2400" b="1" dirty="0"/>
              <a:t>Confirmation appraisal policy </a:t>
            </a:r>
            <a:r>
              <a:rPr lang="en-US" dirty="0"/>
              <a:t>(KPA designing, confirmation letter, process of appraisals)</a:t>
            </a:r>
          </a:p>
          <a:p>
            <a:r>
              <a:rPr lang="en-US" sz="2400" b="1" dirty="0"/>
              <a:t>Employee Separation Policy </a:t>
            </a:r>
            <a:r>
              <a:rPr lang="en-US" sz="2400" dirty="0"/>
              <a:t>(Resignation, Termination,  final settlement, relieving letters, experience letter, clearance formalities, exit interview, exit formalities, final settlement)</a:t>
            </a:r>
          </a:p>
        </p:txBody>
      </p:sp>
      <p:sp>
        <p:nvSpPr>
          <p:cNvPr id="4" name="Title 3">
            <a:extLst>
              <a:ext uri="{FF2B5EF4-FFF2-40B4-BE49-F238E27FC236}">
                <a16:creationId xmlns:a16="http://schemas.microsoft.com/office/drawing/2014/main" id="{B3A09EB3-4B0C-45B9-9716-88F01836274D}"/>
              </a:ext>
            </a:extLst>
          </p:cNvPr>
          <p:cNvSpPr>
            <a:spLocks noGrp="1"/>
          </p:cNvSpPr>
          <p:nvPr>
            <p:ph type="title"/>
          </p:nvPr>
        </p:nvSpPr>
        <p:spPr>
          <a:xfrm>
            <a:off x="480391" y="550656"/>
            <a:ext cx="10515600" cy="1325563"/>
          </a:xfrm>
        </p:spPr>
        <p:txBody>
          <a:bodyPr/>
          <a:lstStyle/>
          <a:p>
            <a:r>
              <a:rPr lang="en-US" b="1" dirty="0">
                <a:solidFill>
                  <a:srgbClr val="002060"/>
                </a:solidFill>
              </a:rPr>
              <a:t>Contains:</a:t>
            </a:r>
            <a:endParaRPr lang="en-IN" b="1" dirty="0">
              <a:solidFill>
                <a:srgbClr val="002060"/>
              </a:solidFill>
            </a:endParaRPr>
          </a:p>
        </p:txBody>
      </p:sp>
    </p:spTree>
    <p:extLst>
      <p:ext uri="{BB962C8B-B14F-4D97-AF65-F5344CB8AC3E}">
        <p14:creationId xmlns:p14="http://schemas.microsoft.com/office/powerpoint/2010/main" val="264757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D7BE72-E969-4983-AA63-E30448048A98}"/>
              </a:ext>
            </a:extLst>
          </p:cNvPr>
          <p:cNvSpPr>
            <a:spLocks noGrp="1"/>
          </p:cNvSpPr>
          <p:nvPr>
            <p:ph idx="1"/>
          </p:nvPr>
        </p:nvSpPr>
        <p:spPr/>
        <p:txBody>
          <a:bodyPr>
            <a:normAutofit/>
          </a:bodyPr>
          <a:lstStyle/>
          <a:p>
            <a:r>
              <a:rPr lang="en-US" sz="2400" b="1" dirty="0"/>
              <a:t>Employee Leave Policy </a:t>
            </a:r>
            <a:r>
              <a:rPr lang="en-US" sz="2400" dirty="0"/>
              <a:t>(Leaves maintenance, Leave Policy, Calendar, Leave Application form, Employee Leave Master, Leave Policy PPT for Employees)</a:t>
            </a:r>
          </a:p>
          <a:p>
            <a:r>
              <a:rPr lang="en-US" sz="2400" b="1" dirty="0"/>
              <a:t>Day to day Business HR  </a:t>
            </a:r>
            <a:r>
              <a:rPr lang="en-US" sz="2400" dirty="0"/>
              <a:t>– Employee Master, Payroll excel format, HR MIS Dashboard,  Employee Id generations, format of JD &amp; JS,</a:t>
            </a:r>
          </a:p>
          <a:p>
            <a:r>
              <a:rPr lang="en-US" sz="2400" b="1" dirty="0"/>
              <a:t>HR Admin </a:t>
            </a:r>
            <a:r>
              <a:rPr lang="en-US" sz="2400" dirty="0"/>
              <a:t>– Application form, address letters, personal filing process</a:t>
            </a:r>
          </a:p>
          <a:p>
            <a:r>
              <a:rPr lang="en-US" sz="2400" b="1" dirty="0"/>
              <a:t>POSH Policy, </a:t>
            </a:r>
            <a:r>
              <a:rPr lang="en-US" sz="2400" dirty="0"/>
              <a:t>a policy on Sexual harassment at workplace, a compliance as per various laws applicable to all kind of setups.</a:t>
            </a:r>
            <a:endParaRPr lang="en-US" sz="2400" b="1" dirty="0"/>
          </a:p>
          <a:p>
            <a:endParaRPr lang="en-IN" sz="2400" dirty="0"/>
          </a:p>
        </p:txBody>
      </p:sp>
      <p:sp>
        <p:nvSpPr>
          <p:cNvPr id="4" name="Footer Placeholder 3">
            <a:extLst>
              <a:ext uri="{FF2B5EF4-FFF2-40B4-BE49-F238E27FC236}">
                <a16:creationId xmlns:a16="http://schemas.microsoft.com/office/drawing/2014/main" id="{F719A558-48F5-4DEF-9432-D1D8D58F4CE0}"/>
              </a:ext>
            </a:extLst>
          </p:cNvPr>
          <p:cNvSpPr>
            <a:spLocks noGrp="1"/>
          </p:cNvSpPr>
          <p:nvPr>
            <p:ph type="ftr" sz="quarter" idx="11"/>
          </p:nvPr>
        </p:nvSpPr>
        <p:spPr/>
        <p:txBody>
          <a:bodyPr/>
          <a:lstStyle/>
          <a:p>
            <a:r>
              <a:rPr lang="en-IN"/>
              <a:t>pritave &amp; confidential                                                                                  not for sharing</a:t>
            </a:r>
          </a:p>
        </p:txBody>
      </p:sp>
    </p:spTree>
    <p:extLst>
      <p:ext uri="{BB962C8B-B14F-4D97-AF65-F5344CB8AC3E}">
        <p14:creationId xmlns:p14="http://schemas.microsoft.com/office/powerpoint/2010/main" val="3587259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F257A011-4A7E-4326-96D6-C994C3613E0D}"/>
              </a:ext>
            </a:extLst>
          </p:cNvPr>
          <p:cNvSpPr>
            <a:spLocks noGrp="1"/>
          </p:cNvSpPr>
          <p:nvPr>
            <p:ph type="ctrTitle"/>
          </p:nvPr>
        </p:nvSpPr>
        <p:spPr>
          <a:xfrm>
            <a:off x="527538" y="4756638"/>
            <a:ext cx="11139854" cy="930447"/>
          </a:xfrm>
        </p:spPr>
        <p:txBody>
          <a:bodyPr vert="horz" lIns="91440" tIns="45720" rIns="91440" bIns="45720" rtlCol="0">
            <a:normAutofit/>
          </a:bodyPr>
          <a:lstStyle/>
          <a:p>
            <a:pPr>
              <a:spcAft>
                <a:spcPts val="0"/>
              </a:spcAft>
            </a:pPr>
            <a:br>
              <a:rPr lang="en-US" sz="1400" dirty="0">
                <a:solidFill>
                  <a:srgbClr val="FFFFFF"/>
                </a:solidFill>
                <a:latin typeface="Calibri Bold" panose="020F0702030404030204" pitchFamily="34" charset="0"/>
                <a:ea typeface="Times New Roman" panose="02020603050405020304" pitchFamily="18" charset="0"/>
                <a:cs typeface="Calibri Bold" panose="020F0702030404030204" pitchFamily="34" charset="0"/>
              </a:rPr>
            </a:br>
            <a:br>
              <a:rPr lang="en-IN"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br>
            <a:endParaRPr lang="en-US" sz="1400" dirty="0">
              <a:solidFill>
                <a:srgbClr val="FFFFFF"/>
              </a:solidFill>
            </a:endParaRPr>
          </a:p>
        </p:txBody>
      </p:sp>
      <p:sp>
        <p:nvSpPr>
          <p:cNvPr id="12" name="Subtitle 11">
            <a:extLst>
              <a:ext uri="{FF2B5EF4-FFF2-40B4-BE49-F238E27FC236}">
                <a16:creationId xmlns:a16="http://schemas.microsoft.com/office/drawing/2014/main" id="{C634ECC5-6157-4D19-8B5E-E8659534C845}"/>
              </a:ext>
            </a:extLst>
          </p:cNvPr>
          <p:cNvSpPr>
            <a:spLocks noGrp="1"/>
          </p:cNvSpPr>
          <p:nvPr>
            <p:ph type="subTitle" idx="1"/>
          </p:nvPr>
        </p:nvSpPr>
        <p:spPr>
          <a:xfrm>
            <a:off x="375139" y="5815698"/>
            <a:ext cx="11431153" cy="420001"/>
          </a:xfrm>
        </p:spPr>
        <p:txBody>
          <a:bodyPr>
            <a:normAutofit fontScale="25000" lnSpcReduction="20000"/>
          </a:bodyPr>
          <a:lstStyle/>
          <a:p>
            <a:pPr algn="just">
              <a:lnSpc>
                <a:spcPct val="115000"/>
              </a:lnSpc>
              <a:spcAft>
                <a:spcPts val="0"/>
              </a:spcAft>
            </a:pPr>
            <a:r>
              <a:rPr lang="en-US" sz="4800" dirty="0">
                <a:solidFill>
                  <a:schemeClr val="bg1"/>
                </a:solidFill>
              </a:rPr>
              <a:t>Conﬁdential &amp; Proprietary</a:t>
            </a:r>
            <a:endParaRPr lang="en-IN" sz="4800" dirty="0">
              <a:solidFill>
                <a:schemeClr val="bg1"/>
              </a:solidFill>
            </a:endParaRPr>
          </a:p>
          <a:p>
            <a:pPr algn="just">
              <a:lnSpc>
                <a:spcPct val="115000"/>
              </a:lnSpc>
              <a:spcAft>
                <a:spcPts val="0"/>
              </a:spcAft>
            </a:pPr>
            <a:r>
              <a:rPr lang="en-US" sz="4800" dirty="0">
                <a:solidFill>
                  <a:schemeClr val="bg1"/>
                </a:solidFill>
              </a:rPr>
              <a:t>This proposal contains confidential &amp; proprietary information designed by Ms. Neelam Bachal and belongs to HuMandala Consultancy Services, which is provided to the recipients for the sole purpose.  The recipient agrees not to refurbish, reuse the document and maintains the confidentiality and privacy of the information enclosed in the document.  </a:t>
            </a:r>
            <a:endParaRPr lang="en-IN" sz="48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endParaRPr>
          </a:p>
          <a:p>
            <a:endParaRPr lang="en-IN" sz="2000" dirty="0">
              <a:solidFill>
                <a:srgbClr val="44D9E7"/>
              </a:solidFill>
            </a:endParaRPr>
          </a:p>
        </p:txBody>
      </p:sp>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rotWithShape="1">
          <a:blip r:embed="rId3"/>
          <a:srcRect l="29005" r="1" b="1"/>
          <a:stretch/>
        </p:blipFill>
        <p:spPr>
          <a:xfrm>
            <a:off x="375139" y="108948"/>
            <a:ext cx="5335142" cy="3997637"/>
          </a:xfrm>
          <a:prstGeom prst="rect">
            <a:avLst/>
          </a:prstGeom>
          <a:noFill/>
        </p:spPr>
      </p:pic>
      <p:pic>
        <p:nvPicPr>
          <p:cNvPr id="10" name="Content Placeholder 4">
            <a:extLst>
              <a:ext uri="{FF2B5EF4-FFF2-40B4-BE49-F238E27FC236}">
                <a16:creationId xmlns:a16="http://schemas.microsoft.com/office/drawing/2014/main" id="{A1A7FD39-0EFE-4E04-A27A-285E851CBCD1}"/>
              </a:ext>
            </a:extLst>
          </p:cNvPr>
          <p:cNvPicPr>
            <a:picLocks noChangeAspect="1"/>
          </p:cNvPicPr>
          <p:nvPr/>
        </p:nvPicPr>
        <p:blipFill rotWithShape="1">
          <a:blip r:embed="rId4">
            <a:extLst>
              <a:ext uri="{28A0092B-C50C-407E-A947-70E740481C1C}">
                <a14:useLocalDpi xmlns:a14="http://schemas.microsoft.com/office/drawing/2010/main" val="0"/>
              </a:ext>
            </a:extLst>
          </a:blip>
          <a:srcRect l="5898" r="533" b="-1"/>
          <a:stretch/>
        </p:blipFill>
        <p:spPr>
          <a:xfrm>
            <a:off x="6481711" y="307731"/>
            <a:ext cx="5324581" cy="3997637"/>
          </a:xfrm>
          <a:prstGeom prst="rect">
            <a:avLst/>
          </a:prstGeom>
        </p:spPr>
      </p:pic>
      <p:cxnSp>
        <p:nvCxnSpPr>
          <p:cNvPr id="21" name="Straight Connector 2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4A9AE3C-6F2C-446F-9ECA-82481AA30EA3}"/>
              </a:ext>
            </a:extLst>
          </p:cNvPr>
          <p:cNvSpPr/>
          <p:nvPr/>
        </p:nvSpPr>
        <p:spPr>
          <a:xfrm>
            <a:off x="2678144" y="4792569"/>
            <a:ext cx="6571871" cy="830997"/>
          </a:xfrm>
          <a:prstGeom prst="rect">
            <a:avLst/>
          </a:prstGeom>
        </p:spPr>
        <p:txBody>
          <a:bodyPr wrap="square" anchor="b">
            <a:spAutoFit/>
          </a:bodyPr>
          <a:lstStyle/>
          <a:p>
            <a:pPr algn="ctr"/>
            <a:r>
              <a:rPr lang="it-IT" sz="1200" dirty="0">
                <a:solidFill>
                  <a:schemeClr val="bg1"/>
                </a:solidFill>
              </a:rPr>
              <a:t>PAN INDIA</a:t>
            </a:r>
            <a:br>
              <a:rPr lang="it-IT" sz="1200" dirty="0">
                <a:solidFill>
                  <a:schemeClr val="bg1"/>
                </a:solidFill>
              </a:rPr>
            </a:br>
            <a:r>
              <a:rPr lang="it-IT" sz="1200" dirty="0">
                <a:solidFill>
                  <a:schemeClr val="bg1"/>
                </a:solidFill>
              </a:rPr>
              <a:t>E: neelambachal@humandala.in I M: + 91 9529875334, +91 9765989530  I W: www.humandala.in</a:t>
            </a:r>
            <a:br>
              <a:rPr lang="it-IT" sz="1200" dirty="0">
                <a:solidFill>
                  <a:schemeClr val="bg1"/>
                </a:solidFill>
              </a:rPr>
            </a:br>
            <a:br>
              <a:rPr lang="it-IT" sz="1200" dirty="0">
                <a:solidFill>
                  <a:schemeClr val="bg1"/>
                </a:solidFill>
              </a:rPr>
            </a:br>
            <a:endParaRPr lang="en-IN" sz="1200" dirty="0">
              <a:solidFill>
                <a:schemeClr val="bg1"/>
              </a:solidFill>
            </a:endParaRPr>
          </a:p>
        </p:txBody>
      </p:sp>
      <p:sp>
        <p:nvSpPr>
          <p:cNvPr id="14" name="TextBox 13">
            <a:extLst>
              <a:ext uri="{FF2B5EF4-FFF2-40B4-BE49-F238E27FC236}">
                <a16:creationId xmlns:a16="http://schemas.microsoft.com/office/drawing/2014/main" id="{68BC8AC4-BB5F-4ECB-990B-86B78F5C6D5F}"/>
              </a:ext>
            </a:extLst>
          </p:cNvPr>
          <p:cNvSpPr txBox="1"/>
          <p:nvPr/>
        </p:nvSpPr>
        <p:spPr>
          <a:xfrm>
            <a:off x="2597426" y="1934817"/>
            <a:ext cx="3207021" cy="369332"/>
          </a:xfrm>
          <a:prstGeom prst="rect">
            <a:avLst/>
          </a:prstGeom>
          <a:noFill/>
        </p:spPr>
        <p:txBody>
          <a:bodyPr wrap="square" rtlCol="0">
            <a:spAutoFit/>
          </a:bodyPr>
          <a:lstStyle/>
          <a:p>
            <a:r>
              <a:rPr lang="en-IN" b="1" dirty="0"/>
              <a:t>Thank you</a:t>
            </a:r>
          </a:p>
        </p:txBody>
      </p:sp>
      <p:sp>
        <p:nvSpPr>
          <p:cNvPr id="3" name="Footer Placeholder 2">
            <a:extLst>
              <a:ext uri="{FF2B5EF4-FFF2-40B4-BE49-F238E27FC236}">
                <a16:creationId xmlns:a16="http://schemas.microsoft.com/office/drawing/2014/main" id="{50D6F9B4-E871-43B2-85F8-CD83FC638DE6}"/>
              </a:ext>
            </a:extLst>
          </p:cNvPr>
          <p:cNvSpPr>
            <a:spLocks noGrp="1"/>
          </p:cNvSpPr>
          <p:nvPr>
            <p:ph type="ftr" sz="quarter" idx="11"/>
          </p:nvPr>
        </p:nvSpPr>
        <p:spPr/>
        <p:txBody>
          <a:bodyPr/>
          <a:lstStyle/>
          <a:p>
            <a:r>
              <a:rPr lang="en-IN"/>
              <a:t>pritave &amp; confidential                                                                                  not for sharing</a:t>
            </a:r>
          </a:p>
        </p:txBody>
      </p:sp>
    </p:spTree>
    <p:extLst>
      <p:ext uri="{BB962C8B-B14F-4D97-AF65-F5344CB8AC3E}">
        <p14:creationId xmlns:p14="http://schemas.microsoft.com/office/powerpoint/2010/main" val="951471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5101</TotalTime>
  <Words>542</Words>
  <Application>Microsoft Office PowerPoint</Application>
  <PresentationFormat>Widescreen</PresentationFormat>
  <Paragraphs>52</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Bold</vt:lpstr>
      <vt:lpstr>Calibri Light</vt:lpstr>
      <vt:lpstr>Wingdings</vt:lpstr>
      <vt:lpstr>Office Theme</vt:lpstr>
      <vt:lpstr>`</vt:lpstr>
      <vt:lpstr>Vitamin H</vt:lpstr>
      <vt:lpstr>We are able to bring in together most cultivated &amp; leading benefits of Consultation through our experience in the field.    ‘Vitamin H’ is regarded as competent process setup for HR compliance matters, a high end service which is well prepared after benchmarked with industry standards, which keeps your company ahead of the curve. </vt:lpstr>
      <vt:lpstr>Vitamin H - Features </vt:lpstr>
      <vt:lpstr>Product Highlights</vt:lpstr>
      <vt:lpstr>Contains:</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bachal</dc:creator>
  <cp:lastModifiedBy>Neelam Bachal</cp:lastModifiedBy>
  <cp:revision>51</cp:revision>
  <dcterms:created xsi:type="dcterms:W3CDTF">2018-09-11T09:16:42Z</dcterms:created>
  <dcterms:modified xsi:type="dcterms:W3CDTF">2020-03-27T07:14:02Z</dcterms:modified>
</cp:coreProperties>
</file>